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79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F9150-0F49-40D7-BCCA-1C0152742B58}" v="1" dt="2026-06-25T11:13:25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-Guy Bruneau" userId="c9f3b82d5570fc32" providerId="LiveId" clId="{C4496A7D-9A64-4B82-9835-F710A7718518}"/>
    <pc:docChg chg="undo custSel addSld delSld modSld">
      <pc:chgData name="André-Guy Bruneau" userId="c9f3b82d5570fc32" providerId="LiveId" clId="{C4496A7D-9A64-4B82-9835-F710A7718518}" dt="2026-06-25T12:35:40.173" v="528" actId="1076"/>
      <pc:docMkLst>
        <pc:docMk/>
      </pc:docMkLst>
      <pc:sldChg chg="modSp mod">
        <pc:chgData name="André-Guy Bruneau" userId="c9f3b82d5570fc32" providerId="LiveId" clId="{C4496A7D-9A64-4B82-9835-F710A7718518}" dt="2026-06-25T12:18:22.201" v="284" actId="6549"/>
        <pc:sldMkLst>
          <pc:docMk/>
          <pc:sldMk cId="0" sldId="256"/>
        </pc:sldMkLst>
        <pc:spChg chg="mod">
          <ac:chgData name="André-Guy Bruneau" userId="c9f3b82d5570fc32" providerId="LiveId" clId="{C4496A7D-9A64-4B82-9835-F710A7718518}" dt="2026-06-25T12:18:22.201" v="284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1:17:28.719" v="6" actId="6549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André-Guy Bruneau" userId="c9f3b82d5570fc32" providerId="LiveId" clId="{C4496A7D-9A64-4B82-9835-F710A7718518}" dt="2026-06-25T11:22:36.387" v="10"/>
        <pc:sldMkLst>
          <pc:docMk/>
          <pc:sldMk cId="0" sldId="257"/>
        </pc:sldMkLst>
      </pc:sldChg>
      <pc:sldChg chg="del">
        <pc:chgData name="André-Guy Bruneau" userId="c9f3b82d5570fc32" providerId="LiveId" clId="{C4496A7D-9A64-4B82-9835-F710A7718518}" dt="2026-06-25T11:18:15.204" v="8"/>
        <pc:sldMkLst>
          <pc:docMk/>
          <pc:sldMk cId="0" sldId="258"/>
        </pc:sldMkLst>
      </pc:sldChg>
      <pc:sldChg chg="del">
        <pc:chgData name="André-Guy Bruneau" userId="c9f3b82d5570fc32" providerId="LiveId" clId="{C4496A7D-9A64-4B82-9835-F710A7718518}" dt="2026-06-25T11:22:45.901" v="14"/>
        <pc:sldMkLst>
          <pc:docMk/>
          <pc:sldMk cId="0" sldId="259"/>
        </pc:sldMkLst>
      </pc:sldChg>
      <pc:sldChg chg="del">
        <pc:chgData name="André-Guy Bruneau" userId="c9f3b82d5570fc32" providerId="LiveId" clId="{C4496A7D-9A64-4B82-9835-F710A7718518}" dt="2026-06-25T11:22:48.928" v="16"/>
        <pc:sldMkLst>
          <pc:docMk/>
          <pc:sldMk cId="0" sldId="260"/>
        </pc:sldMkLst>
      </pc:sldChg>
      <pc:sldChg chg="del">
        <pc:chgData name="André-Guy Bruneau" userId="c9f3b82d5570fc32" providerId="LiveId" clId="{C4496A7D-9A64-4B82-9835-F710A7718518}" dt="2026-06-25T11:22:52.023" v="18"/>
        <pc:sldMkLst>
          <pc:docMk/>
          <pc:sldMk cId="0" sldId="261"/>
        </pc:sldMkLst>
      </pc:sldChg>
      <pc:sldChg chg="del">
        <pc:chgData name="André-Guy Bruneau" userId="c9f3b82d5570fc32" providerId="LiveId" clId="{C4496A7D-9A64-4B82-9835-F710A7718518}" dt="2026-06-25T11:22:54.867" v="20"/>
        <pc:sldMkLst>
          <pc:docMk/>
          <pc:sldMk cId="0" sldId="262"/>
        </pc:sldMkLst>
      </pc:sldChg>
      <pc:sldChg chg="del">
        <pc:chgData name="André-Guy Bruneau" userId="c9f3b82d5570fc32" providerId="LiveId" clId="{C4496A7D-9A64-4B82-9835-F710A7718518}" dt="2026-06-25T11:22:58.195" v="22"/>
        <pc:sldMkLst>
          <pc:docMk/>
          <pc:sldMk cId="0" sldId="263"/>
        </pc:sldMkLst>
      </pc:sldChg>
      <pc:sldChg chg="del">
        <pc:chgData name="André-Guy Bruneau" userId="c9f3b82d5570fc32" providerId="LiveId" clId="{C4496A7D-9A64-4B82-9835-F710A7718518}" dt="2026-06-25T11:23:00.991" v="24"/>
        <pc:sldMkLst>
          <pc:docMk/>
          <pc:sldMk cId="0" sldId="264"/>
        </pc:sldMkLst>
      </pc:sldChg>
      <pc:sldChg chg="del">
        <pc:chgData name="André-Guy Bruneau" userId="c9f3b82d5570fc32" providerId="LiveId" clId="{C4496A7D-9A64-4B82-9835-F710A7718518}" dt="2026-06-25T11:23:04.349" v="26"/>
        <pc:sldMkLst>
          <pc:docMk/>
          <pc:sldMk cId="0" sldId="265"/>
        </pc:sldMkLst>
      </pc:sldChg>
      <pc:sldChg chg="del">
        <pc:chgData name="André-Guy Bruneau" userId="c9f3b82d5570fc32" providerId="LiveId" clId="{C4496A7D-9A64-4B82-9835-F710A7718518}" dt="2026-06-25T11:23:07.156" v="28"/>
        <pc:sldMkLst>
          <pc:docMk/>
          <pc:sldMk cId="0" sldId="266"/>
        </pc:sldMkLst>
      </pc:sldChg>
      <pc:sldChg chg="del">
        <pc:chgData name="André-Guy Bruneau" userId="c9f3b82d5570fc32" providerId="LiveId" clId="{C4496A7D-9A64-4B82-9835-F710A7718518}" dt="2026-06-25T11:23:09.974" v="30"/>
        <pc:sldMkLst>
          <pc:docMk/>
          <pc:sldMk cId="0" sldId="267"/>
        </pc:sldMkLst>
      </pc:sldChg>
      <pc:sldChg chg="add del">
        <pc:chgData name="André-Guy Bruneau" userId="c9f3b82d5570fc32" providerId="LiveId" clId="{C4496A7D-9A64-4B82-9835-F710A7718518}" dt="2026-06-25T11:22:39.268" v="12"/>
        <pc:sldMkLst>
          <pc:docMk/>
          <pc:sldMk cId="3595397500" sldId="268"/>
        </pc:sldMkLst>
      </pc:sldChg>
      <pc:sldChg chg="modSp add mod">
        <pc:chgData name="André-Guy Bruneau" userId="c9f3b82d5570fc32" providerId="LiveId" clId="{C4496A7D-9A64-4B82-9835-F710A7718518}" dt="2026-06-25T12:28:32.844" v="467" actId="20577"/>
        <pc:sldMkLst>
          <pc:docMk/>
          <pc:sldMk cId="394863053" sldId="269"/>
        </pc:sldMkLst>
        <pc:spChg chg="mod">
          <ac:chgData name="André-Guy Bruneau" userId="c9f3b82d5570fc32" providerId="LiveId" clId="{C4496A7D-9A64-4B82-9835-F710A7718518}" dt="2026-06-25T12:28:26.664" v="464" actId="20577"/>
          <ac:spMkLst>
            <pc:docMk/>
            <pc:sldMk cId="394863053" sldId="269"/>
            <ac:spMk id="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24.247" v="460" actId="122"/>
          <ac:spMkLst>
            <pc:docMk/>
            <pc:sldMk cId="394863053" sldId="269"/>
            <ac:spMk id="1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32.844" v="467" actId="20577"/>
          <ac:spMkLst>
            <pc:docMk/>
            <pc:sldMk cId="394863053" sldId="269"/>
            <ac:spMk id="19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5T11:48:19.286" v="32"/>
        <pc:sldMkLst>
          <pc:docMk/>
          <pc:sldMk cId="1261791224" sldId="270"/>
        </pc:sldMkLst>
      </pc:sldChg>
      <pc:sldChg chg="add del">
        <pc:chgData name="André-Guy Bruneau" userId="c9f3b82d5570fc32" providerId="LiveId" clId="{C4496A7D-9A64-4B82-9835-F710A7718518}" dt="2026-06-25T11:48:24.952" v="34"/>
        <pc:sldMkLst>
          <pc:docMk/>
          <pc:sldMk cId="1192326940" sldId="271"/>
        </pc:sldMkLst>
      </pc:sldChg>
      <pc:sldChg chg="add del">
        <pc:chgData name="André-Guy Bruneau" userId="c9f3b82d5570fc32" providerId="LiveId" clId="{C4496A7D-9A64-4B82-9835-F710A7718518}" dt="2026-06-25T11:48:30.483" v="36"/>
        <pc:sldMkLst>
          <pc:docMk/>
          <pc:sldMk cId="2725324400" sldId="272"/>
        </pc:sldMkLst>
      </pc:sldChg>
      <pc:sldChg chg="add del">
        <pc:chgData name="André-Guy Bruneau" userId="c9f3b82d5570fc32" providerId="LiveId" clId="{C4496A7D-9A64-4B82-9835-F710A7718518}" dt="2026-06-25T11:48:50.688" v="38"/>
        <pc:sldMkLst>
          <pc:docMk/>
          <pc:sldMk cId="997212324" sldId="273"/>
        </pc:sldMkLst>
      </pc:sldChg>
      <pc:sldChg chg="add del">
        <pc:chgData name="André-Guy Bruneau" userId="c9f3b82d5570fc32" providerId="LiveId" clId="{C4496A7D-9A64-4B82-9835-F710A7718518}" dt="2026-06-25T11:48:56.735" v="40"/>
        <pc:sldMkLst>
          <pc:docMk/>
          <pc:sldMk cId="1272647892" sldId="274"/>
        </pc:sldMkLst>
      </pc:sldChg>
      <pc:sldChg chg="add del">
        <pc:chgData name="André-Guy Bruneau" userId="c9f3b82d5570fc32" providerId="LiveId" clId="{C4496A7D-9A64-4B82-9835-F710A7718518}" dt="2026-06-25T11:49:02.005" v="42"/>
        <pc:sldMkLst>
          <pc:docMk/>
          <pc:sldMk cId="1607424747" sldId="275"/>
        </pc:sldMkLst>
      </pc:sldChg>
      <pc:sldChg chg="add del">
        <pc:chgData name="André-Guy Bruneau" userId="c9f3b82d5570fc32" providerId="LiveId" clId="{C4496A7D-9A64-4B82-9835-F710A7718518}" dt="2026-06-25T11:49:06.939" v="44"/>
        <pc:sldMkLst>
          <pc:docMk/>
          <pc:sldMk cId="3922767143" sldId="276"/>
        </pc:sldMkLst>
      </pc:sldChg>
      <pc:sldChg chg="add del">
        <pc:chgData name="André-Guy Bruneau" userId="c9f3b82d5570fc32" providerId="LiveId" clId="{C4496A7D-9A64-4B82-9835-F710A7718518}" dt="2026-06-25T11:49:28.732" v="46"/>
        <pc:sldMkLst>
          <pc:docMk/>
          <pc:sldMk cId="344985286" sldId="277"/>
        </pc:sldMkLst>
      </pc:sldChg>
      <pc:sldChg chg="add del">
        <pc:chgData name="André-Guy Bruneau" userId="c9f3b82d5570fc32" providerId="LiveId" clId="{C4496A7D-9A64-4B82-9835-F710A7718518}" dt="2026-06-25T11:49:35.053" v="48"/>
        <pc:sldMkLst>
          <pc:docMk/>
          <pc:sldMk cId="901957569" sldId="278"/>
        </pc:sldMkLst>
      </pc:sldChg>
      <pc:sldChg chg="add">
        <pc:chgData name="André-Guy Bruneau" userId="c9f3b82d5570fc32" providerId="LiveId" clId="{C4496A7D-9A64-4B82-9835-F710A7718518}" dt="2026-06-25T11:23:09.973" v="29"/>
        <pc:sldMkLst>
          <pc:docMk/>
          <pc:sldMk cId="2249389506" sldId="279"/>
        </pc:sldMkLst>
      </pc:sldChg>
      <pc:sldChg chg="modSp add del mod">
        <pc:chgData name="André-Guy Bruneau" userId="c9f3b82d5570fc32" providerId="LiveId" clId="{C4496A7D-9A64-4B82-9835-F710A7718518}" dt="2026-06-25T12:09:30.230" v="108"/>
        <pc:sldMkLst>
          <pc:docMk/>
          <pc:sldMk cId="1500044496" sldId="280"/>
        </pc:sldMkLst>
        <pc:spChg chg="mod">
          <ac:chgData name="André-Guy Bruneau" userId="c9f3b82d5570fc32" providerId="LiveId" clId="{C4496A7D-9A64-4B82-9835-F710A7718518}" dt="2026-06-25T12:08:30.238" v="86" actId="122"/>
          <ac:spMkLst>
            <pc:docMk/>
            <pc:sldMk cId="1500044496" sldId="280"/>
            <ac:spMk id="9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5T12:09:31.639" v="119"/>
        <pc:sldMkLst>
          <pc:docMk/>
          <pc:sldMk cId="3310853887" sldId="281"/>
        </pc:sldMkLst>
      </pc:sldChg>
      <pc:sldChg chg="add del">
        <pc:chgData name="André-Guy Bruneau" userId="c9f3b82d5570fc32" providerId="LiveId" clId="{C4496A7D-9A64-4B82-9835-F710A7718518}" dt="2026-06-25T12:09:34.464" v="121"/>
        <pc:sldMkLst>
          <pc:docMk/>
          <pc:sldMk cId="2564871252" sldId="282"/>
        </pc:sldMkLst>
      </pc:sldChg>
      <pc:sldChg chg="add del">
        <pc:chgData name="André-Guy Bruneau" userId="c9f3b82d5570fc32" providerId="LiveId" clId="{C4496A7D-9A64-4B82-9835-F710A7718518}" dt="2026-06-25T12:09:36.823" v="123"/>
        <pc:sldMkLst>
          <pc:docMk/>
          <pc:sldMk cId="3298234930" sldId="283"/>
        </pc:sldMkLst>
      </pc:sldChg>
      <pc:sldChg chg="add del">
        <pc:chgData name="André-Guy Bruneau" userId="c9f3b82d5570fc32" providerId="LiveId" clId="{C4496A7D-9A64-4B82-9835-F710A7718518}" dt="2026-06-25T12:09:40.139" v="125"/>
        <pc:sldMkLst>
          <pc:docMk/>
          <pc:sldMk cId="2562996077" sldId="284"/>
        </pc:sldMkLst>
      </pc:sldChg>
      <pc:sldChg chg="add del">
        <pc:chgData name="André-Guy Bruneau" userId="c9f3b82d5570fc32" providerId="LiveId" clId="{C4496A7D-9A64-4B82-9835-F710A7718518}" dt="2026-06-25T12:09:42.256" v="133"/>
        <pc:sldMkLst>
          <pc:docMk/>
          <pc:sldMk cId="2129594775" sldId="285"/>
        </pc:sldMkLst>
      </pc:sldChg>
      <pc:sldChg chg="add del">
        <pc:chgData name="André-Guy Bruneau" userId="c9f3b82d5570fc32" providerId="LiveId" clId="{C4496A7D-9A64-4B82-9835-F710A7718518}" dt="2026-06-25T12:09:44.909" v="137"/>
        <pc:sldMkLst>
          <pc:docMk/>
          <pc:sldMk cId="3390687217" sldId="286"/>
        </pc:sldMkLst>
      </pc:sldChg>
      <pc:sldChg chg="add del">
        <pc:chgData name="André-Guy Bruneau" userId="c9f3b82d5570fc32" providerId="LiveId" clId="{C4496A7D-9A64-4B82-9835-F710A7718518}" dt="2026-06-25T12:09:47.184" v="139"/>
        <pc:sldMkLst>
          <pc:docMk/>
          <pc:sldMk cId="2630992016" sldId="287"/>
        </pc:sldMkLst>
      </pc:sldChg>
      <pc:sldChg chg="add del">
        <pc:chgData name="André-Guy Bruneau" userId="c9f3b82d5570fc32" providerId="LiveId" clId="{C4496A7D-9A64-4B82-9835-F710A7718518}" dt="2026-06-25T12:09:49.672" v="141"/>
        <pc:sldMkLst>
          <pc:docMk/>
          <pc:sldMk cId="38219719" sldId="288"/>
        </pc:sldMkLst>
      </pc:sldChg>
      <pc:sldChg chg="modSp add mod">
        <pc:chgData name="André-Guy Bruneau" userId="c9f3b82d5570fc32" providerId="LiveId" clId="{C4496A7D-9A64-4B82-9835-F710A7718518}" dt="2026-06-25T12:29:48.137" v="521" actId="20577"/>
        <pc:sldMkLst>
          <pc:docMk/>
          <pc:sldMk cId="1014915409" sldId="289"/>
        </pc:sldMkLst>
        <pc:spChg chg="mod">
          <ac:chgData name="André-Guy Bruneau" userId="c9f3b82d5570fc32" providerId="LiveId" clId="{C4496A7D-9A64-4B82-9835-F710A7718518}" dt="2026-06-25T12:19:31.689" v="329" actId="122"/>
          <ac:spMkLst>
            <pc:docMk/>
            <pc:sldMk cId="1014915409" sldId="289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6:46.413" v="395" actId="20577"/>
          <ac:spMkLst>
            <pc:docMk/>
            <pc:sldMk cId="1014915409" sldId="289"/>
            <ac:spMk id="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19:29.336" v="328" actId="122"/>
          <ac:spMkLst>
            <pc:docMk/>
            <pc:sldMk cId="1014915409" sldId="289"/>
            <ac:spMk id="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7:20.374" v="421" actId="20577"/>
          <ac:spMkLst>
            <pc:docMk/>
            <pc:sldMk cId="1014915409" sldId="289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19:37.670" v="335" actId="122"/>
          <ac:spMkLst>
            <pc:docMk/>
            <pc:sldMk cId="1014915409" sldId="289"/>
            <ac:spMk id="20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9:48.137" v="521" actId="20577"/>
          <ac:spMkLst>
            <pc:docMk/>
            <pc:sldMk cId="1014915409" sldId="289"/>
            <ac:spMk id="21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32:51.320" v="527" actId="20577"/>
        <pc:sldMkLst>
          <pc:docMk/>
          <pc:sldMk cId="3304258000" sldId="290"/>
        </pc:sldMkLst>
        <pc:spChg chg="mod">
          <ac:chgData name="André-Guy Bruneau" userId="c9f3b82d5570fc32" providerId="LiveId" clId="{C4496A7D-9A64-4B82-9835-F710A7718518}" dt="2026-06-25T12:32:10.699" v="523" actId="20577"/>
          <ac:spMkLst>
            <pc:docMk/>
            <pc:sldMk cId="3304258000" sldId="290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03.510" v="442" actId="20577"/>
          <ac:spMkLst>
            <pc:docMk/>
            <pc:sldMk cId="3304258000" sldId="290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32:51.320" v="527" actId="20577"/>
          <ac:spMkLst>
            <pc:docMk/>
            <pc:sldMk cId="3304258000" sldId="290"/>
            <ac:spMk id="13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35:40.173" v="528" actId="1076"/>
        <pc:sldMkLst>
          <pc:docMk/>
          <pc:sldMk cId="2732842191" sldId="291"/>
        </pc:sldMkLst>
        <pc:spChg chg="mod">
          <ac:chgData name="André-Guy Bruneau" userId="c9f3b82d5570fc32" providerId="LiveId" clId="{C4496A7D-9A64-4B82-9835-F710A7718518}" dt="2026-06-25T12:35:40.173" v="528" actId="1076"/>
          <ac:spMkLst>
            <pc:docMk/>
            <pc:sldMk cId="2732842191" sldId="291"/>
            <ac:spMk id="3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5T12:09:36.823" v="122"/>
        <pc:sldMkLst>
          <pc:docMk/>
          <pc:sldMk cId="3373682352" sldId="292"/>
        </pc:sldMkLst>
      </pc:sldChg>
      <pc:sldChg chg="add">
        <pc:chgData name="André-Guy Bruneau" userId="c9f3b82d5570fc32" providerId="LiveId" clId="{C4496A7D-9A64-4B82-9835-F710A7718518}" dt="2026-06-25T12:09:40.139" v="124"/>
        <pc:sldMkLst>
          <pc:docMk/>
          <pc:sldMk cId="70202141" sldId="293"/>
        </pc:sldMkLst>
      </pc:sldChg>
      <pc:sldChg chg="add">
        <pc:chgData name="André-Guy Bruneau" userId="c9f3b82d5570fc32" providerId="LiveId" clId="{C4496A7D-9A64-4B82-9835-F710A7718518}" dt="2026-06-25T12:09:42.256" v="132"/>
        <pc:sldMkLst>
          <pc:docMk/>
          <pc:sldMk cId="362923616" sldId="294"/>
        </pc:sldMkLst>
      </pc:sldChg>
      <pc:sldChg chg="add">
        <pc:chgData name="André-Guy Bruneau" userId="c9f3b82d5570fc32" providerId="LiveId" clId="{C4496A7D-9A64-4B82-9835-F710A7718518}" dt="2026-06-25T12:09:44.907" v="136"/>
        <pc:sldMkLst>
          <pc:docMk/>
          <pc:sldMk cId="2082676983" sldId="295"/>
        </pc:sldMkLst>
      </pc:sldChg>
      <pc:sldChg chg="add">
        <pc:chgData name="André-Guy Bruneau" userId="c9f3b82d5570fc32" providerId="LiveId" clId="{C4496A7D-9A64-4B82-9835-F710A7718518}" dt="2026-06-25T12:09:47.180" v="138"/>
        <pc:sldMkLst>
          <pc:docMk/>
          <pc:sldMk cId="4144892426" sldId="296"/>
        </pc:sldMkLst>
      </pc:sldChg>
      <pc:sldChg chg="add">
        <pc:chgData name="André-Guy Bruneau" userId="c9f3b82d5570fc32" providerId="LiveId" clId="{C4496A7D-9A64-4B82-9835-F710A7718518}" dt="2026-06-25T12:09:49.669" v="140"/>
        <pc:sldMkLst>
          <pc:docMk/>
          <pc:sldMk cId="4122083313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BIBLIQUE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075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Esaie 22.1 – Lieu de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châtiment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pour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Jérusalem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2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Corinthiens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4.6 – Bennett/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puritains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– Lieu de la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révélation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Christ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Pasteur Simon Ouellette  · EBC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de l'étude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25872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2344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sont-ils ? Trois repères historiques et théologiques.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544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672584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439" y="25872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672584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Receuil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72584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: deux repères, origine et contenu.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43" y="258729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0152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8476488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76488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L'invocation, puis quatre mouvements de méditation.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486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 les puritains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repères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35224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12800" y="2834640"/>
            <a:ext cx="2899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purification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Réveil au sein du protestantisme anglais (de la fin du XVIe au XVIIe siècle) cherchant à « purifier » l'Église d'Angleterre de tout résidu non fondé sur l'Écriture.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directs de la Réforme : Sola Scriptura, l'Église réformée toujours à réformer.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52544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72584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216347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39128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672584" y="2834640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Théologie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du cœur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72584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Calvinistes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souveraineté de la Trinité, grâce souveraine, suffisance de l'Écriture. </a:t>
            </a:r>
            <a:b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Piété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expérientielle : la saine doctrine doit saisir le cœur et gouverner toute la vie. </a:t>
            </a:r>
            <a:b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: Owen, Baxter, Goodwin Watson, Bunyan, Brooks, Charnock, Flavel….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56448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3"/>
          <p:cNvSpPr/>
          <p:nvPr/>
        </p:nvSpPr>
        <p:spPr>
          <a:xfrm>
            <a:off x="8476488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998" y="216347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43032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8476488" y="2834640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vivant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76488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Prédication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expositive, sainteté pratique, prière nourrie de la Parole ;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revendiqué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 John MacArthur et H.B. Charles Jr.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1491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— le </a:t>
            </a:r>
            <a:r>
              <a:rPr lang="en-US" sz="3200" b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repères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22338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11680"/>
            <a:ext cx="35798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Origine et nature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5857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 de prières et de méditations puritaines compilé par Arthur Bennett (Banner of Truth, 1975), traduit en français par Timothée Wenger </a:t>
            </a:r>
            <a:b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(Impact Héritage, Trois-Rivières, 2023).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l'œuvre d'un seul auteur : Bennett tisse ces prières à partir des écrits des puritains et de prédicateurs réformés comme Owen, Baxter et Spurgeon. La forme est une prose poétique souvent construite sur le paradoxe.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23076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6688836" y="2011680"/>
            <a:ext cx="822960" cy="82296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035" y="223387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0396" y="2011680"/>
            <a:ext cx="35798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et usage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88836" y="3154680"/>
            <a:ext cx="45857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collection de prières organisées selon l'expérience chrétienne : création et providence, rédemption en Christ, repentance et confession du péché, soif de grâce, communion et service.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but : nourrir la prière personnelle d'une théologie biblique dense.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Autorité dérivée : une aide à la dévotion, jamais l'Écriture (Sola Scriptura).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prière-titre ouvre et nomme tout le recueil.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425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 : l'invocation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9788" y="14173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Seigneur, élevé et saint, doux et humble 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766560" cy="3108960"/>
          </a:xfrm>
          <a:prstGeom prst="roundRect">
            <a:avLst>
              <a:gd name="adj" fmla="val 264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126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 pose d'emblée le paradoxe central : le Dieu transcendant est aussi le Dieu qui s'abaisse. Écho direct d'Ésaïe 57.15 — </a:t>
            </a:r>
            <a:r>
              <a:rPr lang="en-US" sz="155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J'habite dans les lieux élevés et dans la sainteté ; mais je suis avec l'homme contrit et humilié. »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Cette tension gouverne toute la prière, qui se déploie ensuite en quatre mouvements.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43800" y="2971800"/>
            <a:ext cx="4096512" cy="3108960"/>
          </a:xfrm>
          <a:prstGeom prst="roundRect">
            <a:avLst>
              <a:gd name="adj" fmla="val 2647"/>
            </a:avLst>
          </a:prstGeom>
          <a:solidFill>
            <a:srgbClr val="201C15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8181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mouvements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La vallée où Dieu me conduit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L'enseignement par les paradoxes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Les étoiles vues du fond du puits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La requête : « Donne-moi de trouver »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3284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« Tu m'as conduit dans la vallée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m'as conduit dans la vallée de la vision,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je réside dans les profondeurs,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je te vois sur les hauteurs ;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encerclé par les montagnes du péché,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contemple ta gloire.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Dieu lui-même qui « conduit » dans la vallée. L'affliction n'est pas un accident, mais une providence souveraine ordonnée pour le bien (Rm 8.28).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du fond, dans la conscience du péché, que la gloire de Dieu se voit le plus clairement (És 57.15).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n'est pas l'absence de Dieu ; elle est le lieu d'une vision plus nette de sa sainteté.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7368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« Enseigne-moi par les paradoxes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le sentier qui descend est le sentier qui monte,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qu'être abaissé c'est être élevé,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le cœur brisé c'est le cœur guéri,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l'esprit contrit c'est l'esprit qui se réjouit,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l'âme repentante c'est l'âme victorieuse,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ne rien avoir c'est tout posséder,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porter la croix c'est porter de la couronne,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donner c'est recevoir,</a:t>
            </a:r>
            <a:endParaRPr lang="en-US" sz="1350" dirty="0"/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13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la vallée est l'endroit d'une bonne vision.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litanie résume l'inversion évangélique : le chemin de l'abaissement est celui de l'élévation (Mt 23.12 ; Mt 16.24-25).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kénose du Christ : il s'est abaissé, c'est pourquoi Dieu l'a souverainement élevé (Ph 2.5-11).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Réfutation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le triomphalisme et l'évangile de la prospérité, qui suppriment la croix. Porter la croix précède la couronne (2 Ti 2.12).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020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« Les étoiles, du fond du puits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Seigneur, pendant le jour,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étoiles sont visibles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puits les plus profonds,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plus profond est le puits,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resplendissent tes étoiles.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ancienne : du fond d'un puits, on aperçoit les étoiles en plein jour. Plus l'épreuve est profonde, plus la grâce de Dieu resplendit.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trésor est porté dans des vases d'argile, afin que la puissance soit de Dieu et non de nous (2 Co 4.6-11).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profondeur de la détresse n'éteint pas la vision : elle la révèle. Sa grâce suffit (2 Co 12.9-10).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92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« Donne-moi de trouver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Donne-moi de trouver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lumière dans mes ténèbres,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vie dans ma mort,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joie dans mes peines,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grâce dans mon péché,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richesses dans ma pauvreté,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gloire dans ma vallée.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antithèses qui résument l'échange de la grâce : de riche qu'il était, Christ s'est fait pauvre afin de nous enrichir (2 Co 8.9).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Donne-moi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don. La grâce ne se mérite pas, elle se reçoit (Ép 2.8). C'est le monergisme de la grâce.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Dans mon péché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pas malgré, mais dans : là où le péché a abondé, la grâce a surabondé (Rm 5.20). Jamais une licence pour pécher.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267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théologie de la croix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469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n'exalte pas la souffrance pour elle-même. Elle confesse que Dieu agit à rebours des attentes humaines : il élève en abaissant, enrichit en dépouillant, illumine par la nuit. C'est la théologie de la croix (theologia crucis) contre la théologie de la gloire.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384276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la prospérité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bénédiction se mesure à la conformité à Christ, non au confort ni à la santé.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52544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72584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84276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5544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du croyant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72584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est conduite par un Père souverain qui achèvera son œuvre (Ph 1.6).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56448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654" y="384276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9448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Sanctification (Lordship)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76488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L'épreuve forme le disciple. Il n'y a pas de couronne sans croix.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4892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la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« vallée » traversez-vous ? La recevez-vous comme le lieu où Dieu se révèle, ou comme la preuve de son absence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9806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868680" y="3054096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868680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907792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Cherchez-vous la couronne sans la croix — l'élévation sans l'abaissement que Dieu requiert (Mt 23.12)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868680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151376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devez-vous chercher « sa richesse dans votre pauvreté » plutôt qu'une délivrance immédiate 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30952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868680" y="5330952"/>
            <a:ext cx="10469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Humiliez-vous donc sous la puissante main de Dieu, afin qu'il vous élève au temps convenable. »</a:t>
            </a: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1 Pierre 5.6 (NEG)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22083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4813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606040"/>
            <a:ext cx="9628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Ma grâce te suffit, car ma puissance s'accomplit dans la faiblesse. »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Corinthiens 12.9 (NEG)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 Deo Gloria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  ·  EBC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93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81471C-05E7-4AE5-968B-B17FCA7B7D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ff6175-4de9-4c6e-88d3-cbe619b829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1411</Words>
  <Application>Microsoft Office PowerPoint</Application>
  <PresentationFormat>Personnalisé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Vallée de la Vision — Étude biblique</dc:title>
  <dc:subject>PptxGenJS Presentation</dc:subject>
  <dc:creator>AGB · EBC</dc:creator>
  <cp:lastModifiedBy>André-Guy Bruneau</cp:lastModifiedBy>
  <cp:revision>1</cp:revision>
  <dcterms:created xsi:type="dcterms:W3CDTF">2026-06-25T11:10:39Z</dcterms:created>
  <dcterms:modified xsi:type="dcterms:W3CDTF">2026-06-25T12:35:41Z</dcterms:modified>
</cp:coreProperties>
</file>
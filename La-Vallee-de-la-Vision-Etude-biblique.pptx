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9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79" r:id="rId13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6F9150-0F49-40D7-BCCA-1C0152742B58}" v="5" dt="2026-06-25T12:48:36.3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32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-Guy Bruneau" userId="c9f3b82d5570fc32" providerId="LiveId" clId="{C4496A7D-9A64-4B82-9835-F710A7718518}"/>
    <pc:docChg chg="undo custSel addSld delSld modSld">
      <pc:chgData name="André-Guy Bruneau" userId="c9f3b82d5570fc32" providerId="LiveId" clId="{C4496A7D-9A64-4B82-9835-F710A7718518}" dt="2026-06-25T12:51:39.399" v="710" actId="20577"/>
      <pc:docMkLst>
        <pc:docMk/>
      </pc:docMkLst>
      <pc:sldChg chg="modSp mod">
        <pc:chgData name="André-Guy Bruneau" userId="c9f3b82d5570fc32" providerId="LiveId" clId="{C4496A7D-9A64-4B82-9835-F710A7718518}" dt="2026-06-25T12:18:22.201" v="284" actId="6549"/>
        <pc:sldMkLst>
          <pc:docMk/>
          <pc:sldMk cId="0" sldId="256"/>
        </pc:sldMkLst>
        <pc:spChg chg="mod">
          <ac:chgData name="André-Guy Bruneau" userId="c9f3b82d5570fc32" providerId="LiveId" clId="{C4496A7D-9A64-4B82-9835-F710A7718518}" dt="2026-06-25T12:18:22.201" v="284" actId="6549"/>
          <ac:spMkLst>
            <pc:docMk/>
            <pc:sldMk cId="0" sldId="256"/>
            <ac:spMk id="6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1:17:28.719" v="6" actId="6549"/>
          <ac:spMkLst>
            <pc:docMk/>
            <pc:sldMk cId="0" sldId="256"/>
            <ac:spMk id="7" creationId="{00000000-0000-0000-0000-000000000000}"/>
          </ac:spMkLst>
        </pc:spChg>
      </pc:sldChg>
      <pc:sldChg chg="del">
        <pc:chgData name="André-Guy Bruneau" userId="c9f3b82d5570fc32" providerId="LiveId" clId="{C4496A7D-9A64-4B82-9835-F710A7718518}" dt="2026-06-25T11:22:36.387" v="10"/>
        <pc:sldMkLst>
          <pc:docMk/>
          <pc:sldMk cId="0" sldId="257"/>
        </pc:sldMkLst>
      </pc:sldChg>
      <pc:sldChg chg="del">
        <pc:chgData name="André-Guy Bruneau" userId="c9f3b82d5570fc32" providerId="LiveId" clId="{C4496A7D-9A64-4B82-9835-F710A7718518}" dt="2026-06-25T11:18:15.204" v="8"/>
        <pc:sldMkLst>
          <pc:docMk/>
          <pc:sldMk cId="0" sldId="258"/>
        </pc:sldMkLst>
      </pc:sldChg>
      <pc:sldChg chg="del">
        <pc:chgData name="André-Guy Bruneau" userId="c9f3b82d5570fc32" providerId="LiveId" clId="{C4496A7D-9A64-4B82-9835-F710A7718518}" dt="2026-06-25T11:22:45.901" v="14"/>
        <pc:sldMkLst>
          <pc:docMk/>
          <pc:sldMk cId="0" sldId="259"/>
        </pc:sldMkLst>
      </pc:sldChg>
      <pc:sldChg chg="del">
        <pc:chgData name="André-Guy Bruneau" userId="c9f3b82d5570fc32" providerId="LiveId" clId="{C4496A7D-9A64-4B82-9835-F710A7718518}" dt="2026-06-25T11:22:48.928" v="16"/>
        <pc:sldMkLst>
          <pc:docMk/>
          <pc:sldMk cId="0" sldId="260"/>
        </pc:sldMkLst>
      </pc:sldChg>
      <pc:sldChg chg="del">
        <pc:chgData name="André-Guy Bruneau" userId="c9f3b82d5570fc32" providerId="LiveId" clId="{C4496A7D-9A64-4B82-9835-F710A7718518}" dt="2026-06-25T11:22:52.023" v="18"/>
        <pc:sldMkLst>
          <pc:docMk/>
          <pc:sldMk cId="0" sldId="261"/>
        </pc:sldMkLst>
      </pc:sldChg>
      <pc:sldChg chg="del">
        <pc:chgData name="André-Guy Bruneau" userId="c9f3b82d5570fc32" providerId="LiveId" clId="{C4496A7D-9A64-4B82-9835-F710A7718518}" dt="2026-06-25T11:22:54.867" v="20"/>
        <pc:sldMkLst>
          <pc:docMk/>
          <pc:sldMk cId="0" sldId="262"/>
        </pc:sldMkLst>
      </pc:sldChg>
      <pc:sldChg chg="del">
        <pc:chgData name="André-Guy Bruneau" userId="c9f3b82d5570fc32" providerId="LiveId" clId="{C4496A7D-9A64-4B82-9835-F710A7718518}" dt="2026-06-25T11:22:58.195" v="22"/>
        <pc:sldMkLst>
          <pc:docMk/>
          <pc:sldMk cId="0" sldId="263"/>
        </pc:sldMkLst>
      </pc:sldChg>
      <pc:sldChg chg="del">
        <pc:chgData name="André-Guy Bruneau" userId="c9f3b82d5570fc32" providerId="LiveId" clId="{C4496A7D-9A64-4B82-9835-F710A7718518}" dt="2026-06-25T11:23:00.991" v="24"/>
        <pc:sldMkLst>
          <pc:docMk/>
          <pc:sldMk cId="0" sldId="264"/>
        </pc:sldMkLst>
      </pc:sldChg>
      <pc:sldChg chg="del">
        <pc:chgData name="André-Guy Bruneau" userId="c9f3b82d5570fc32" providerId="LiveId" clId="{C4496A7D-9A64-4B82-9835-F710A7718518}" dt="2026-06-25T11:23:04.349" v="26"/>
        <pc:sldMkLst>
          <pc:docMk/>
          <pc:sldMk cId="0" sldId="265"/>
        </pc:sldMkLst>
      </pc:sldChg>
      <pc:sldChg chg="del">
        <pc:chgData name="André-Guy Bruneau" userId="c9f3b82d5570fc32" providerId="LiveId" clId="{C4496A7D-9A64-4B82-9835-F710A7718518}" dt="2026-06-25T11:23:07.156" v="28"/>
        <pc:sldMkLst>
          <pc:docMk/>
          <pc:sldMk cId="0" sldId="266"/>
        </pc:sldMkLst>
      </pc:sldChg>
      <pc:sldChg chg="del">
        <pc:chgData name="André-Guy Bruneau" userId="c9f3b82d5570fc32" providerId="LiveId" clId="{C4496A7D-9A64-4B82-9835-F710A7718518}" dt="2026-06-25T11:23:09.974" v="30"/>
        <pc:sldMkLst>
          <pc:docMk/>
          <pc:sldMk cId="0" sldId="267"/>
        </pc:sldMkLst>
      </pc:sldChg>
      <pc:sldChg chg="add del">
        <pc:chgData name="André-Guy Bruneau" userId="c9f3b82d5570fc32" providerId="LiveId" clId="{C4496A7D-9A64-4B82-9835-F710A7718518}" dt="2026-06-25T11:22:39.268" v="12"/>
        <pc:sldMkLst>
          <pc:docMk/>
          <pc:sldMk cId="3595397500" sldId="268"/>
        </pc:sldMkLst>
      </pc:sldChg>
      <pc:sldChg chg="modSp add mod">
        <pc:chgData name="André-Guy Bruneau" userId="c9f3b82d5570fc32" providerId="LiveId" clId="{C4496A7D-9A64-4B82-9835-F710A7718518}" dt="2026-06-25T12:28:32.844" v="467" actId="20577"/>
        <pc:sldMkLst>
          <pc:docMk/>
          <pc:sldMk cId="394863053" sldId="269"/>
        </pc:sldMkLst>
        <pc:spChg chg="mod">
          <ac:chgData name="André-Guy Bruneau" userId="c9f3b82d5570fc32" providerId="LiveId" clId="{C4496A7D-9A64-4B82-9835-F710A7718518}" dt="2026-06-25T12:28:26.664" v="464" actId="20577"/>
          <ac:spMkLst>
            <pc:docMk/>
            <pc:sldMk cId="394863053" sldId="269"/>
            <ac:spMk id="7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28:24.247" v="460" actId="122"/>
          <ac:spMkLst>
            <pc:docMk/>
            <pc:sldMk cId="394863053" sldId="269"/>
            <ac:spMk id="1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28:32.844" v="467" actId="20577"/>
          <ac:spMkLst>
            <pc:docMk/>
            <pc:sldMk cId="394863053" sldId="269"/>
            <ac:spMk id="19" creationId="{00000000-0000-0000-0000-000000000000}"/>
          </ac:spMkLst>
        </pc:spChg>
      </pc:sldChg>
      <pc:sldChg chg="add del">
        <pc:chgData name="André-Guy Bruneau" userId="c9f3b82d5570fc32" providerId="LiveId" clId="{C4496A7D-9A64-4B82-9835-F710A7718518}" dt="2026-06-25T11:48:19.286" v="32"/>
        <pc:sldMkLst>
          <pc:docMk/>
          <pc:sldMk cId="1261791224" sldId="270"/>
        </pc:sldMkLst>
      </pc:sldChg>
      <pc:sldChg chg="add del">
        <pc:chgData name="André-Guy Bruneau" userId="c9f3b82d5570fc32" providerId="LiveId" clId="{C4496A7D-9A64-4B82-9835-F710A7718518}" dt="2026-06-25T11:48:24.952" v="34"/>
        <pc:sldMkLst>
          <pc:docMk/>
          <pc:sldMk cId="1192326940" sldId="271"/>
        </pc:sldMkLst>
      </pc:sldChg>
      <pc:sldChg chg="add del">
        <pc:chgData name="André-Guy Bruneau" userId="c9f3b82d5570fc32" providerId="LiveId" clId="{C4496A7D-9A64-4B82-9835-F710A7718518}" dt="2026-06-25T11:48:30.483" v="36"/>
        <pc:sldMkLst>
          <pc:docMk/>
          <pc:sldMk cId="2725324400" sldId="272"/>
        </pc:sldMkLst>
      </pc:sldChg>
      <pc:sldChg chg="add del">
        <pc:chgData name="André-Guy Bruneau" userId="c9f3b82d5570fc32" providerId="LiveId" clId="{C4496A7D-9A64-4B82-9835-F710A7718518}" dt="2026-06-25T11:48:50.688" v="38"/>
        <pc:sldMkLst>
          <pc:docMk/>
          <pc:sldMk cId="997212324" sldId="273"/>
        </pc:sldMkLst>
      </pc:sldChg>
      <pc:sldChg chg="add del">
        <pc:chgData name="André-Guy Bruneau" userId="c9f3b82d5570fc32" providerId="LiveId" clId="{C4496A7D-9A64-4B82-9835-F710A7718518}" dt="2026-06-25T11:48:56.735" v="40"/>
        <pc:sldMkLst>
          <pc:docMk/>
          <pc:sldMk cId="1272647892" sldId="274"/>
        </pc:sldMkLst>
      </pc:sldChg>
      <pc:sldChg chg="add del">
        <pc:chgData name="André-Guy Bruneau" userId="c9f3b82d5570fc32" providerId="LiveId" clId="{C4496A7D-9A64-4B82-9835-F710A7718518}" dt="2026-06-25T11:49:02.005" v="42"/>
        <pc:sldMkLst>
          <pc:docMk/>
          <pc:sldMk cId="1607424747" sldId="275"/>
        </pc:sldMkLst>
      </pc:sldChg>
      <pc:sldChg chg="add del">
        <pc:chgData name="André-Guy Bruneau" userId="c9f3b82d5570fc32" providerId="LiveId" clId="{C4496A7D-9A64-4B82-9835-F710A7718518}" dt="2026-06-25T11:49:06.939" v="44"/>
        <pc:sldMkLst>
          <pc:docMk/>
          <pc:sldMk cId="3922767143" sldId="276"/>
        </pc:sldMkLst>
      </pc:sldChg>
      <pc:sldChg chg="add del">
        <pc:chgData name="André-Guy Bruneau" userId="c9f3b82d5570fc32" providerId="LiveId" clId="{C4496A7D-9A64-4B82-9835-F710A7718518}" dt="2026-06-25T11:49:28.732" v="46"/>
        <pc:sldMkLst>
          <pc:docMk/>
          <pc:sldMk cId="344985286" sldId="277"/>
        </pc:sldMkLst>
      </pc:sldChg>
      <pc:sldChg chg="add del">
        <pc:chgData name="André-Guy Bruneau" userId="c9f3b82d5570fc32" providerId="LiveId" clId="{C4496A7D-9A64-4B82-9835-F710A7718518}" dt="2026-06-25T11:49:35.053" v="48"/>
        <pc:sldMkLst>
          <pc:docMk/>
          <pc:sldMk cId="901957569" sldId="278"/>
        </pc:sldMkLst>
      </pc:sldChg>
      <pc:sldChg chg="add">
        <pc:chgData name="André-Guy Bruneau" userId="c9f3b82d5570fc32" providerId="LiveId" clId="{C4496A7D-9A64-4B82-9835-F710A7718518}" dt="2026-06-25T11:23:09.973" v="29"/>
        <pc:sldMkLst>
          <pc:docMk/>
          <pc:sldMk cId="2249389506" sldId="279"/>
        </pc:sldMkLst>
      </pc:sldChg>
      <pc:sldChg chg="modSp add del mod">
        <pc:chgData name="André-Guy Bruneau" userId="c9f3b82d5570fc32" providerId="LiveId" clId="{C4496A7D-9A64-4B82-9835-F710A7718518}" dt="2026-06-25T12:09:30.230" v="108"/>
        <pc:sldMkLst>
          <pc:docMk/>
          <pc:sldMk cId="1500044496" sldId="280"/>
        </pc:sldMkLst>
        <pc:spChg chg="mod">
          <ac:chgData name="André-Guy Bruneau" userId="c9f3b82d5570fc32" providerId="LiveId" clId="{C4496A7D-9A64-4B82-9835-F710A7718518}" dt="2026-06-25T12:08:30.238" v="86" actId="122"/>
          <ac:spMkLst>
            <pc:docMk/>
            <pc:sldMk cId="1500044496" sldId="280"/>
            <ac:spMk id="9" creationId="{00000000-0000-0000-0000-000000000000}"/>
          </ac:spMkLst>
        </pc:spChg>
      </pc:sldChg>
      <pc:sldChg chg="add del">
        <pc:chgData name="André-Guy Bruneau" userId="c9f3b82d5570fc32" providerId="LiveId" clId="{C4496A7D-9A64-4B82-9835-F710A7718518}" dt="2026-06-25T12:09:31.639" v="119"/>
        <pc:sldMkLst>
          <pc:docMk/>
          <pc:sldMk cId="3310853887" sldId="281"/>
        </pc:sldMkLst>
      </pc:sldChg>
      <pc:sldChg chg="add del">
        <pc:chgData name="André-Guy Bruneau" userId="c9f3b82d5570fc32" providerId="LiveId" clId="{C4496A7D-9A64-4B82-9835-F710A7718518}" dt="2026-06-25T12:09:34.464" v="121"/>
        <pc:sldMkLst>
          <pc:docMk/>
          <pc:sldMk cId="2564871252" sldId="282"/>
        </pc:sldMkLst>
      </pc:sldChg>
      <pc:sldChg chg="add del">
        <pc:chgData name="André-Guy Bruneau" userId="c9f3b82d5570fc32" providerId="LiveId" clId="{C4496A7D-9A64-4B82-9835-F710A7718518}" dt="2026-06-25T12:09:36.823" v="123"/>
        <pc:sldMkLst>
          <pc:docMk/>
          <pc:sldMk cId="3298234930" sldId="283"/>
        </pc:sldMkLst>
      </pc:sldChg>
      <pc:sldChg chg="add del">
        <pc:chgData name="André-Guy Bruneau" userId="c9f3b82d5570fc32" providerId="LiveId" clId="{C4496A7D-9A64-4B82-9835-F710A7718518}" dt="2026-06-25T12:09:40.139" v="125"/>
        <pc:sldMkLst>
          <pc:docMk/>
          <pc:sldMk cId="2562996077" sldId="284"/>
        </pc:sldMkLst>
      </pc:sldChg>
      <pc:sldChg chg="add del">
        <pc:chgData name="André-Guy Bruneau" userId="c9f3b82d5570fc32" providerId="LiveId" clId="{C4496A7D-9A64-4B82-9835-F710A7718518}" dt="2026-06-25T12:09:42.256" v="133"/>
        <pc:sldMkLst>
          <pc:docMk/>
          <pc:sldMk cId="2129594775" sldId="285"/>
        </pc:sldMkLst>
      </pc:sldChg>
      <pc:sldChg chg="add del">
        <pc:chgData name="André-Guy Bruneau" userId="c9f3b82d5570fc32" providerId="LiveId" clId="{C4496A7D-9A64-4B82-9835-F710A7718518}" dt="2026-06-25T12:09:44.909" v="137"/>
        <pc:sldMkLst>
          <pc:docMk/>
          <pc:sldMk cId="3390687217" sldId="286"/>
        </pc:sldMkLst>
      </pc:sldChg>
      <pc:sldChg chg="add del">
        <pc:chgData name="André-Guy Bruneau" userId="c9f3b82d5570fc32" providerId="LiveId" clId="{C4496A7D-9A64-4B82-9835-F710A7718518}" dt="2026-06-25T12:09:47.184" v="139"/>
        <pc:sldMkLst>
          <pc:docMk/>
          <pc:sldMk cId="2630992016" sldId="287"/>
        </pc:sldMkLst>
      </pc:sldChg>
      <pc:sldChg chg="add del">
        <pc:chgData name="André-Guy Bruneau" userId="c9f3b82d5570fc32" providerId="LiveId" clId="{C4496A7D-9A64-4B82-9835-F710A7718518}" dt="2026-06-25T12:09:49.672" v="141"/>
        <pc:sldMkLst>
          <pc:docMk/>
          <pc:sldMk cId="38219719" sldId="288"/>
        </pc:sldMkLst>
      </pc:sldChg>
      <pc:sldChg chg="modSp add mod">
        <pc:chgData name="André-Guy Bruneau" userId="c9f3b82d5570fc32" providerId="LiveId" clId="{C4496A7D-9A64-4B82-9835-F710A7718518}" dt="2026-06-25T12:29:48.137" v="521" actId="20577"/>
        <pc:sldMkLst>
          <pc:docMk/>
          <pc:sldMk cId="1014915409" sldId="289"/>
        </pc:sldMkLst>
        <pc:spChg chg="mod">
          <ac:chgData name="André-Guy Bruneau" userId="c9f3b82d5570fc32" providerId="LiveId" clId="{C4496A7D-9A64-4B82-9835-F710A7718518}" dt="2026-06-25T12:19:31.689" v="329" actId="122"/>
          <ac:spMkLst>
            <pc:docMk/>
            <pc:sldMk cId="1014915409" sldId="289"/>
            <ac:spMk id="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26:46.413" v="395" actId="20577"/>
          <ac:spMkLst>
            <pc:docMk/>
            <pc:sldMk cId="1014915409" sldId="289"/>
            <ac:spMk id="9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19:29.336" v="328" actId="122"/>
          <ac:spMkLst>
            <pc:docMk/>
            <pc:sldMk cId="1014915409" sldId="289"/>
            <ac:spMk id="14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27:20.374" v="421" actId="20577"/>
          <ac:spMkLst>
            <pc:docMk/>
            <pc:sldMk cId="1014915409" sldId="289"/>
            <ac:spMk id="15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19:37.670" v="335" actId="122"/>
          <ac:spMkLst>
            <pc:docMk/>
            <pc:sldMk cId="1014915409" sldId="289"/>
            <ac:spMk id="20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29:48.137" v="521" actId="20577"/>
          <ac:spMkLst>
            <pc:docMk/>
            <pc:sldMk cId="1014915409" sldId="289"/>
            <ac:spMk id="21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6-25T12:32:51.320" v="527" actId="20577"/>
        <pc:sldMkLst>
          <pc:docMk/>
          <pc:sldMk cId="3304258000" sldId="290"/>
        </pc:sldMkLst>
        <pc:spChg chg="mod">
          <ac:chgData name="André-Guy Bruneau" userId="c9f3b82d5570fc32" providerId="LiveId" clId="{C4496A7D-9A64-4B82-9835-F710A7718518}" dt="2026-06-25T12:32:10.699" v="523" actId="20577"/>
          <ac:spMkLst>
            <pc:docMk/>
            <pc:sldMk cId="3304258000" sldId="290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28:03.510" v="442" actId="20577"/>
          <ac:spMkLst>
            <pc:docMk/>
            <pc:sldMk cId="3304258000" sldId="290"/>
            <ac:spMk id="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32:51.320" v="527" actId="20577"/>
          <ac:spMkLst>
            <pc:docMk/>
            <pc:sldMk cId="3304258000" sldId="290"/>
            <ac:spMk id="13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6-25T12:41:41.091" v="608" actId="6549"/>
        <pc:sldMkLst>
          <pc:docMk/>
          <pc:sldMk cId="2732842191" sldId="291"/>
        </pc:sldMkLst>
        <pc:spChg chg="mod">
          <ac:chgData name="André-Guy Bruneau" userId="c9f3b82d5570fc32" providerId="LiveId" clId="{C4496A7D-9A64-4B82-9835-F710A7718518}" dt="2026-06-25T12:35:40.173" v="528" actId="1076"/>
          <ac:spMkLst>
            <pc:docMk/>
            <pc:sldMk cId="2732842191" sldId="291"/>
            <ac:spMk id="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38:00.258" v="570" actId="6549"/>
          <ac:spMkLst>
            <pc:docMk/>
            <pc:sldMk cId="2732842191" sldId="291"/>
            <ac:spMk id="4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41:30.593" v="599" actId="6549"/>
          <ac:spMkLst>
            <pc:docMk/>
            <pc:sldMk cId="2732842191" sldId="291"/>
            <ac:spMk id="6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41:41.091" v="608" actId="6549"/>
          <ac:spMkLst>
            <pc:docMk/>
            <pc:sldMk cId="2732842191" sldId="291"/>
            <ac:spMk id="8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6-25T12:51:27.549" v="709" actId="20577"/>
        <pc:sldMkLst>
          <pc:docMk/>
          <pc:sldMk cId="3373682352" sldId="292"/>
        </pc:sldMkLst>
        <pc:spChg chg="mod">
          <ac:chgData name="André-Guy Bruneau" userId="c9f3b82d5570fc32" providerId="LiveId" clId="{C4496A7D-9A64-4B82-9835-F710A7718518}" dt="2026-06-25T12:42:22.663" v="620" actId="20577"/>
          <ac:spMkLst>
            <pc:docMk/>
            <pc:sldMk cId="3373682352" sldId="292"/>
            <ac:spMk id="4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47:50.508" v="655" actId="20577"/>
          <ac:spMkLst>
            <pc:docMk/>
            <pc:sldMk cId="3373682352" sldId="292"/>
            <ac:spMk id="6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51:27.549" v="709" actId="20577"/>
          <ac:spMkLst>
            <pc:docMk/>
            <pc:sldMk cId="3373682352" sldId="292"/>
            <ac:spMk id="9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6-25T12:51:39.399" v="710" actId="20577"/>
        <pc:sldMkLst>
          <pc:docMk/>
          <pc:sldMk cId="70202141" sldId="293"/>
        </pc:sldMkLst>
        <pc:spChg chg="mod">
          <ac:chgData name="André-Guy Bruneau" userId="c9f3b82d5570fc32" providerId="LiveId" clId="{C4496A7D-9A64-4B82-9835-F710A7718518}" dt="2026-06-25T12:50:07.952" v="699" actId="20577"/>
          <ac:spMkLst>
            <pc:docMk/>
            <pc:sldMk cId="70202141" sldId="293"/>
            <ac:spMk id="6" creationId="{00000000-0000-0000-0000-000000000000}"/>
          </ac:spMkLst>
        </pc:spChg>
        <pc:spChg chg="mod">
          <ac:chgData name="André-Guy Bruneau" userId="c9f3b82d5570fc32" providerId="LiveId" clId="{C4496A7D-9A64-4B82-9835-F710A7718518}" dt="2026-06-25T12:51:39.399" v="710" actId="20577"/>
          <ac:spMkLst>
            <pc:docMk/>
            <pc:sldMk cId="70202141" sldId="293"/>
            <ac:spMk id="9" creationId="{00000000-0000-0000-0000-000000000000}"/>
          </ac:spMkLst>
        </pc:spChg>
      </pc:sldChg>
      <pc:sldChg chg="add">
        <pc:chgData name="André-Guy Bruneau" userId="c9f3b82d5570fc32" providerId="LiveId" clId="{C4496A7D-9A64-4B82-9835-F710A7718518}" dt="2026-06-25T12:09:42.256" v="132"/>
        <pc:sldMkLst>
          <pc:docMk/>
          <pc:sldMk cId="362923616" sldId="294"/>
        </pc:sldMkLst>
      </pc:sldChg>
      <pc:sldChg chg="add">
        <pc:chgData name="André-Guy Bruneau" userId="c9f3b82d5570fc32" providerId="LiveId" clId="{C4496A7D-9A64-4B82-9835-F710A7718518}" dt="2026-06-25T12:09:44.907" v="136"/>
        <pc:sldMkLst>
          <pc:docMk/>
          <pc:sldMk cId="2082676983" sldId="295"/>
        </pc:sldMkLst>
      </pc:sldChg>
      <pc:sldChg chg="add">
        <pc:chgData name="André-Guy Bruneau" userId="c9f3b82d5570fc32" providerId="LiveId" clId="{C4496A7D-9A64-4B82-9835-F710A7718518}" dt="2026-06-25T12:09:47.180" v="138"/>
        <pc:sldMkLst>
          <pc:docMk/>
          <pc:sldMk cId="4144892426" sldId="296"/>
        </pc:sldMkLst>
      </pc:sldChg>
      <pc:sldChg chg="add">
        <pc:chgData name="André-Guy Bruneau" userId="c9f3b82d5570fc32" providerId="LiveId" clId="{C4496A7D-9A64-4B82-9835-F710A7718518}" dt="2026-06-25T12:09:49.669" v="140"/>
        <pc:sldMkLst>
          <pc:docMk/>
          <pc:sldMk cId="4122083313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175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kern="0" spc="800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ÉTUDE BIBLIQUE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5637276" y="1828800"/>
            <a:ext cx="914400" cy="914400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164" y="2075688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88036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Vallée de la Vision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0" y="38862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i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Esaie 22.1 – Lieu de </a:t>
            </a:r>
            <a:r>
              <a:rPr lang="en-US" sz="2100" i="1" dirty="0" err="1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châtiment</a:t>
            </a:r>
            <a:r>
              <a:rPr lang="en-US" sz="2100" i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 pour </a:t>
            </a:r>
            <a:r>
              <a:rPr lang="en-US" sz="2100" i="1" dirty="0" err="1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Jérusalem</a:t>
            </a:r>
            <a:r>
              <a:rPr lang="en-US" sz="2100" i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 </a:t>
            </a:r>
          </a:p>
          <a:p>
            <a:pPr marL="0" indent="0" algn="ctr">
              <a:buNone/>
            </a:pPr>
            <a:r>
              <a:rPr lang="en-US" sz="2100" i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2 </a:t>
            </a:r>
            <a:r>
              <a:rPr lang="en-US" sz="2100" i="1" dirty="0" err="1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Corinthiens</a:t>
            </a:r>
            <a:r>
              <a:rPr lang="en-US" sz="2100" i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 4.6 – Bennett/</a:t>
            </a:r>
            <a:r>
              <a:rPr lang="en-US" sz="2100" i="1" dirty="0" err="1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puritains</a:t>
            </a:r>
            <a:r>
              <a:rPr lang="en-US" sz="2100" i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 – Lieu de la </a:t>
            </a:r>
            <a:r>
              <a:rPr lang="en-US" sz="2100" i="1" dirty="0" err="1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révélation</a:t>
            </a:r>
            <a:r>
              <a:rPr lang="en-US" sz="2100" i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 </a:t>
            </a:r>
            <a:r>
              <a:rPr lang="en-US" sz="2100" i="1" dirty="0" err="1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en</a:t>
            </a:r>
            <a:r>
              <a:rPr lang="en-US" sz="2100" i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</a:rPr>
              <a:t> Christ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0" y="548640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3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Église Baptiste de Charlesbourg</a:t>
            </a:r>
            <a:endParaRPr lang="en-US" sz="13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3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Pasteur Simon Ouellette  · EBC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Parcours de l'étude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965960"/>
            <a:ext cx="3483864" cy="3383280"/>
          </a:xfrm>
          <a:prstGeom prst="roundRect">
            <a:avLst>
              <a:gd name="adj" fmla="val 2432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4" name="Shape 2"/>
          <p:cNvSpPr/>
          <p:nvPr/>
        </p:nvSpPr>
        <p:spPr>
          <a:xfrm>
            <a:off x="868680" y="2377440"/>
            <a:ext cx="777240" cy="777240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535" y="2587295"/>
            <a:ext cx="357530" cy="3575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52344" y="2331720"/>
            <a:ext cx="960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3A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68680" y="3383280"/>
            <a:ext cx="28437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</a:t>
            </a:r>
            <a:r>
              <a:rPr lang="en-US" sz="2100" b="1" dirty="0" err="1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Puritains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868680" y="4069080"/>
            <a:ext cx="284378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sont-ils ? Trois repères historiques et théologiques.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52544" y="1965960"/>
            <a:ext cx="3483864" cy="3383280"/>
          </a:xfrm>
          <a:prstGeom prst="roundRect">
            <a:avLst>
              <a:gd name="adj" fmla="val 2432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10" name="Shape 7"/>
          <p:cNvSpPr/>
          <p:nvPr/>
        </p:nvSpPr>
        <p:spPr>
          <a:xfrm>
            <a:off x="4672584" y="2377440"/>
            <a:ext cx="777240" cy="777240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439" y="2587295"/>
            <a:ext cx="357530" cy="3575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56248" y="2331720"/>
            <a:ext cx="960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3A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672584" y="3383280"/>
            <a:ext cx="28437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</a:t>
            </a:r>
            <a:r>
              <a:rPr lang="en-US" sz="2100" b="1" dirty="0" err="1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Receuil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4672584" y="4069080"/>
            <a:ext cx="284378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Vallée de la Vision : deux repères, origine et contenu.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156448" y="1965960"/>
            <a:ext cx="3483864" cy="3383280"/>
          </a:xfrm>
          <a:prstGeom prst="roundRect">
            <a:avLst>
              <a:gd name="adj" fmla="val 2432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16" name="Shape 12"/>
          <p:cNvSpPr/>
          <p:nvPr/>
        </p:nvSpPr>
        <p:spPr>
          <a:xfrm>
            <a:off x="8476488" y="2377440"/>
            <a:ext cx="777240" cy="777240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343" y="2587295"/>
            <a:ext cx="357530" cy="3575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360152" y="2331720"/>
            <a:ext cx="960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3A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4000" dirty="0"/>
          </a:p>
        </p:txBody>
      </p:sp>
      <p:sp>
        <p:nvSpPr>
          <p:cNvPr id="19" name="Text 14"/>
          <p:cNvSpPr/>
          <p:nvPr/>
        </p:nvSpPr>
        <p:spPr>
          <a:xfrm>
            <a:off x="8476488" y="3383280"/>
            <a:ext cx="28437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</a:t>
            </a:r>
            <a:r>
              <a:rPr lang="en-US" sz="2100" b="1" dirty="0" err="1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Prière</a:t>
            </a:r>
            <a:endParaRPr lang="en-US" sz="2100" dirty="0"/>
          </a:p>
        </p:txBody>
      </p:sp>
      <p:sp>
        <p:nvSpPr>
          <p:cNvPr id="20" name="Text 15"/>
          <p:cNvSpPr/>
          <p:nvPr/>
        </p:nvSpPr>
        <p:spPr>
          <a:xfrm>
            <a:off x="8476488" y="4069080"/>
            <a:ext cx="2843784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L'invocation, puis quatre mouvements de méditation.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548640" y="643737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Église Baptiste de Charlesbourg</a:t>
            </a:r>
            <a:r>
              <a:rPr lang="en-US" sz="900" dirty="0">
                <a:solidFill>
                  <a:srgbClr val="6E6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 Pasteur Simon Ouellette   ·   EBC   ·   NEG 1979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430000" y="6400800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4863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sont les puritains 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repères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83864" cy="4526280"/>
          </a:xfrm>
          <a:prstGeom prst="roundRect">
            <a:avLst>
              <a:gd name="adj" fmla="val 2362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5" name="Shape 3"/>
          <p:cNvSpPr/>
          <p:nvPr/>
        </p:nvSpPr>
        <p:spPr>
          <a:xfrm>
            <a:off x="868680" y="1965960"/>
            <a:ext cx="731520" cy="731520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" y="2163470"/>
            <a:ext cx="336499" cy="3364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35224" y="192024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3A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12800" y="2834640"/>
            <a:ext cx="28996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700" b="1" dirty="0" err="1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Mouvement</a:t>
            </a:r>
            <a:r>
              <a:rPr lang="en-US" sz="1700" b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purification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8680" y="3657600"/>
            <a:ext cx="284378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Réveil au sein du protestantisme anglais (de la fin du XVIe au XVIIe siècle) cherchant à « purifier » l'Église d'Angleterre de tout résidu non fondé sur l'Écriture. </a:t>
            </a:r>
          </a:p>
          <a:p>
            <a:pPr marL="0" indent="0" algn="ctr">
              <a:lnSpc>
                <a:spcPts val="1650"/>
              </a:lnSpc>
              <a:buNone/>
            </a:pPr>
            <a:r>
              <a:rPr lang="en-US" sz="140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Héritiers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directs de la Réforme : Sola Scriptura, l'Église réformée toujours à réformer.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52544" y="1600200"/>
            <a:ext cx="3483864" cy="4526280"/>
          </a:xfrm>
          <a:prstGeom prst="roundRect">
            <a:avLst>
              <a:gd name="adj" fmla="val 2362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11" name="Shape 8"/>
          <p:cNvSpPr/>
          <p:nvPr/>
        </p:nvSpPr>
        <p:spPr>
          <a:xfrm>
            <a:off x="4672584" y="1965960"/>
            <a:ext cx="731520" cy="731520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094" y="2163470"/>
            <a:ext cx="336499" cy="33649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39128" y="192024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3A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800" dirty="0"/>
          </a:p>
        </p:txBody>
      </p:sp>
      <p:sp>
        <p:nvSpPr>
          <p:cNvPr id="14" name="Text 10"/>
          <p:cNvSpPr/>
          <p:nvPr/>
        </p:nvSpPr>
        <p:spPr>
          <a:xfrm>
            <a:off x="4672584" y="2834640"/>
            <a:ext cx="28437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700" b="1" dirty="0" err="1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Théologie</a:t>
            </a:r>
            <a:r>
              <a:rPr lang="en-US" sz="1700" b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du cœur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672584" y="3657600"/>
            <a:ext cx="284378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40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Calvinistes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: souveraineté de la Trinité, grâce souveraine, suffisance de l'Écriture. </a:t>
            </a:r>
            <a:b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</a:br>
            <a:endParaRPr lang="en-US" sz="1400" dirty="0">
              <a:solidFill>
                <a:srgbClr val="F5EFE4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ts val="1650"/>
              </a:lnSpc>
              <a:buNone/>
            </a:pPr>
            <a:r>
              <a:rPr lang="en-US" sz="140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Piété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expérientielle : la saine doctrine doit saisir le cœur et gouverner toute la vie. </a:t>
            </a:r>
            <a:b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</a:b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Figures : Owen, Baxter, Goodwin Watson, Bunyan, Brooks, Charnock, Flavel….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156448" y="1600200"/>
            <a:ext cx="3483864" cy="4526280"/>
          </a:xfrm>
          <a:prstGeom prst="roundRect">
            <a:avLst>
              <a:gd name="adj" fmla="val 2362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17" name="Shape 13"/>
          <p:cNvSpPr/>
          <p:nvPr/>
        </p:nvSpPr>
        <p:spPr>
          <a:xfrm>
            <a:off x="8476488" y="1965960"/>
            <a:ext cx="731520" cy="731520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3998" y="2163470"/>
            <a:ext cx="336499" cy="33649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543032" y="192024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3A3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800" dirty="0"/>
          </a:p>
        </p:txBody>
      </p:sp>
      <p:sp>
        <p:nvSpPr>
          <p:cNvPr id="20" name="Text 15"/>
          <p:cNvSpPr/>
          <p:nvPr/>
        </p:nvSpPr>
        <p:spPr>
          <a:xfrm>
            <a:off x="8476488" y="2834640"/>
            <a:ext cx="28437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700" b="1" dirty="0" err="1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Héritage</a:t>
            </a:r>
            <a:r>
              <a:rPr lang="en-US" sz="1700" b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vivant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76488" y="3657600"/>
            <a:ext cx="284378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650"/>
              </a:lnSpc>
              <a:buNone/>
            </a:pPr>
            <a:endParaRPr lang="en-US" sz="1400" dirty="0">
              <a:solidFill>
                <a:srgbClr val="F5EFE4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ts val="1650"/>
              </a:lnSpc>
              <a:buNone/>
            </a:pPr>
            <a:r>
              <a:rPr lang="en-US" sz="140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Prédication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expositive, sainteté pratique, prière nourrie de la Parole ; </a:t>
            </a:r>
            <a:r>
              <a:rPr lang="en-US" sz="140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héritage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40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revendiqué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par John MacArthur et H.B. Charles Jr.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548640" y="643737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Église Baptiste de Charlesbourg</a:t>
            </a:r>
            <a:r>
              <a:rPr lang="en-US" sz="900" dirty="0">
                <a:solidFill>
                  <a:srgbClr val="6E6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 Pasteur Simon Ouellette   ·   EBC   ·   NEG 1979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430000" y="6400800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0149154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Vallée de la Vision — le </a:t>
            </a:r>
            <a:r>
              <a:rPr lang="en-US" sz="3200" b="1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Recueil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repères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17236" cy="4526280"/>
          </a:xfrm>
          <a:prstGeom prst="roundRect">
            <a:avLst>
              <a:gd name="adj" fmla="val 1818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5" name="Shape 3"/>
          <p:cNvSpPr/>
          <p:nvPr/>
        </p:nvSpPr>
        <p:spPr>
          <a:xfrm>
            <a:off x="914400" y="2011680"/>
            <a:ext cx="822960" cy="822960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599" y="2233879"/>
            <a:ext cx="378562" cy="3785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011680"/>
            <a:ext cx="35798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Origine et nature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4400" y="3154680"/>
            <a:ext cx="4585716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4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Recueil de prières et de méditations puritaines compilé par Arthur Bennett (Banner of Truth, 1975), traduit en français par Timothée Wenger </a:t>
            </a:r>
            <a:br>
              <a:rPr lang="en-US" sz="14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</a:br>
            <a:r>
              <a:rPr lang="en-US" sz="14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(Impact Héritage, Trois-Rivières, 2023).</a:t>
            </a:r>
            <a:endParaRPr lang="en-US" sz="1450" dirty="0"/>
          </a:p>
          <a:p>
            <a:pPr marL="0" indent="0">
              <a:lnSpc>
                <a:spcPts val="2000"/>
              </a:lnSpc>
              <a:buNone/>
            </a:pPr>
            <a:endParaRPr lang="en-US" sz="145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4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n'est pas l'œuvre d'un seul auteur : Bennett tisse ces prières à partir des écrits des puritains et de prédicateurs réformés comme Owen, Baxter et Spurgeon. La forme est une prose poétique souvent construite sur le paradoxe.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23076" y="1600200"/>
            <a:ext cx="5317236" cy="4526280"/>
          </a:xfrm>
          <a:prstGeom prst="roundRect">
            <a:avLst>
              <a:gd name="adj" fmla="val 1818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10" name="Shape 7"/>
          <p:cNvSpPr/>
          <p:nvPr/>
        </p:nvSpPr>
        <p:spPr>
          <a:xfrm>
            <a:off x="6688836" y="2011680"/>
            <a:ext cx="822960" cy="822960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035" y="2233879"/>
            <a:ext cx="378562" cy="3785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740396" y="2011680"/>
            <a:ext cx="35798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Contenu et usage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6688836" y="3154680"/>
            <a:ext cx="4585716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4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collection de prières organisées selon l'expérience chrétienne : création et providence, rédemption en Christ, repentance et confession du péché, soif de grâce, communion et service.</a:t>
            </a:r>
            <a:endParaRPr lang="en-US" sz="1450" dirty="0"/>
          </a:p>
          <a:p>
            <a:pPr marL="0" indent="0">
              <a:lnSpc>
                <a:spcPts val="2000"/>
              </a:lnSpc>
              <a:buNone/>
            </a:pPr>
            <a:endParaRPr lang="en-US" sz="145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4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 but : nourrir la prière personnelle d'une théologie biblique dense. </a:t>
            </a:r>
          </a:p>
          <a:p>
            <a:pPr marL="0" indent="0" algn="ctr">
              <a:lnSpc>
                <a:spcPts val="2000"/>
              </a:lnSpc>
              <a:buNone/>
            </a:pPr>
            <a:r>
              <a:rPr lang="en-US" sz="14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Autorité dérivée : une aide à la dévotion, jamais l'Écriture (Sola Scriptura). </a:t>
            </a:r>
          </a:p>
          <a:p>
            <a:pPr marL="0" indent="0" algn="ctr">
              <a:lnSpc>
                <a:spcPts val="2000"/>
              </a:lnSpc>
              <a:buNone/>
            </a:pPr>
            <a:r>
              <a:rPr lang="en-US" sz="14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prière-titre ouvre et nomme tout le recueil.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548640" y="643737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Église Baptiste de Charlesbourg</a:t>
            </a:r>
            <a:r>
              <a:rPr lang="en-US" sz="900" dirty="0">
                <a:solidFill>
                  <a:srgbClr val="6E6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 Pasteur Simon Ouellette   ·   EBC   ·   NEG 1979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430000" y="6400800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304258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prière : l'invocation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89788" y="1417320"/>
            <a:ext cx="11091672" cy="1325880"/>
          </a:xfrm>
          <a:prstGeom prst="roundRect">
            <a:avLst>
              <a:gd name="adj" fmla="val 6207"/>
            </a:avLst>
          </a:prstGeom>
          <a:solidFill>
            <a:srgbClr val="2A2419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Matthieu 11.29 – « Seigneur, élevé et saint, doux et humble »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971800"/>
            <a:ext cx="6766560" cy="3108960"/>
          </a:xfrm>
          <a:prstGeom prst="roundRect">
            <a:avLst>
              <a:gd name="adj" fmla="val 2647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6" name="Text 4"/>
          <p:cNvSpPr/>
          <p:nvPr/>
        </p:nvSpPr>
        <p:spPr>
          <a:xfrm>
            <a:off x="868680" y="3246120"/>
            <a:ext cx="6126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5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L'invocation pose d'emblée le paradoxe central : le Dieu transcendant est aussi le Dieu qui s'abaisse. </a:t>
            </a:r>
          </a:p>
          <a:p>
            <a:pPr marL="0" indent="0" algn="ctr">
              <a:lnSpc>
                <a:spcPts val="2300"/>
              </a:lnSpc>
              <a:buNone/>
            </a:pPr>
            <a:endParaRPr lang="en-US" sz="1550" dirty="0">
              <a:solidFill>
                <a:srgbClr val="F5EFE4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ts val="2300"/>
              </a:lnSpc>
              <a:buNone/>
            </a:pPr>
            <a:r>
              <a:rPr lang="en-US" sz="155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Écho</a:t>
            </a:r>
            <a:r>
              <a:rPr lang="en-US" sz="15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direct </a:t>
            </a:r>
            <a:r>
              <a:rPr lang="en-US" sz="155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d'Ésaïe</a:t>
            </a:r>
            <a:r>
              <a:rPr lang="en-US" sz="15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57.15b — </a:t>
            </a:r>
            <a:r>
              <a:rPr lang="en-US" sz="1550" i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J'habite dans les lieux élevés et dans la sainteté ; mais je suis avec l'homme contrit et humilié. »</a:t>
            </a:r>
            <a:r>
              <a:rPr lang="en-US" sz="15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</a:p>
          <a:p>
            <a:pPr marL="0" indent="0" algn="ctr">
              <a:lnSpc>
                <a:spcPts val="2300"/>
              </a:lnSpc>
              <a:buNone/>
            </a:pPr>
            <a:endParaRPr lang="en-US" sz="1550" dirty="0">
              <a:solidFill>
                <a:srgbClr val="F5EFE4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ts val="2300"/>
              </a:lnSpc>
              <a:buNone/>
            </a:pPr>
            <a:r>
              <a:rPr lang="en-US" sz="15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Cette tension </a:t>
            </a:r>
            <a:r>
              <a:rPr lang="en-US" sz="155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gouverne</a:t>
            </a:r>
            <a:r>
              <a:rPr lang="en-US" sz="15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la prière, qui se </a:t>
            </a:r>
            <a:r>
              <a:rPr lang="en-US" sz="155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déploie</a:t>
            </a:r>
            <a:r>
              <a:rPr lang="en-US" sz="15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55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</a:t>
            </a:r>
            <a:r>
              <a:rPr lang="en-US" sz="15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4 mouvements.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543800" y="2971800"/>
            <a:ext cx="4096512" cy="3108960"/>
          </a:xfrm>
          <a:prstGeom prst="roundRect">
            <a:avLst>
              <a:gd name="adj" fmla="val 2647"/>
            </a:avLst>
          </a:prstGeom>
          <a:solidFill>
            <a:srgbClr val="201C15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8" name="Text 6"/>
          <p:cNvSpPr/>
          <p:nvPr/>
        </p:nvSpPr>
        <p:spPr>
          <a:xfrm>
            <a:off x="7818120" y="31546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</a:t>
            </a:r>
            <a:r>
              <a:rPr lang="en-US" sz="1600" b="1" dirty="0" err="1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Mouvements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18120" y="374904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spcAft>
                <a:spcPts val="1100"/>
              </a:spcAft>
              <a:buNone/>
            </a:pPr>
            <a:r>
              <a:rPr lang="en-US" sz="14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 La vallée où Dieu me conduit</a:t>
            </a:r>
            <a:endParaRPr lang="en-US" sz="1450" dirty="0"/>
          </a:p>
          <a:p>
            <a:pPr marL="0" indent="0">
              <a:lnSpc>
                <a:spcPts val="1900"/>
              </a:lnSpc>
              <a:spcAft>
                <a:spcPts val="1100"/>
              </a:spcAft>
              <a:buNone/>
            </a:pPr>
            <a:r>
              <a:rPr lang="en-US" sz="14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 L'enseignement par les paradoxes</a:t>
            </a:r>
            <a:endParaRPr lang="en-US" sz="1450" dirty="0"/>
          </a:p>
          <a:p>
            <a:pPr marL="0" indent="0">
              <a:lnSpc>
                <a:spcPts val="1900"/>
              </a:lnSpc>
              <a:spcAft>
                <a:spcPts val="1100"/>
              </a:spcAft>
              <a:buNone/>
            </a:pPr>
            <a:r>
              <a:rPr lang="en-US" sz="14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 Les étoiles vues du fond du puits</a:t>
            </a:r>
            <a:endParaRPr lang="en-US" sz="14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 La requête : « Donne-moi de trouver »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Église Baptiste de Charlesbourg</a:t>
            </a:r>
            <a:r>
              <a:rPr lang="en-US" sz="900" dirty="0">
                <a:solidFill>
                  <a:srgbClr val="6E6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 Pasteur Simon Ouellette   ·   EBC   ·   NEG 1979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430000" y="6400800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732842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13" y="604053"/>
            <a:ext cx="328087" cy="3280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411480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 « Tu m'as conduit dans la </a:t>
            </a:r>
            <a:r>
              <a:rPr lang="en-US" sz="2700" b="1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vallée</a:t>
            </a:r>
            <a:r>
              <a:rPr lang="en-US" sz="2700" b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la vision»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943600" cy="4617720"/>
          </a:xfrm>
          <a:prstGeom prst="roundRect">
            <a:avLst>
              <a:gd name="adj" fmla="val 1782"/>
            </a:avLst>
          </a:prstGeom>
          <a:solidFill>
            <a:srgbClr val="2A2419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6" name="Text 3"/>
          <p:cNvSpPr/>
          <p:nvPr/>
        </p:nvSpPr>
        <p:spPr>
          <a:xfrm>
            <a:off x="868680" y="1783080"/>
            <a:ext cx="53492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278"/>
              </a:lnSpc>
              <a:spcAft>
                <a:spcPts val="500"/>
              </a:spcAft>
            </a:pPr>
            <a:endParaRPr lang="fr-FR" sz="2000" i="1" dirty="0">
              <a:solidFill>
                <a:srgbClr val="F5EFE4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>
              <a:lnSpc>
                <a:spcPts val="2278"/>
              </a:lnSpc>
              <a:spcAft>
                <a:spcPts val="500"/>
              </a:spcAft>
            </a:pPr>
            <a:endParaRPr lang="fr-FR" sz="2000" i="1" dirty="0">
              <a:solidFill>
                <a:srgbClr val="F5EFE4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>
              <a:lnSpc>
                <a:spcPts val="2278"/>
              </a:lnSpc>
              <a:spcAft>
                <a:spcPts val="500"/>
              </a:spcAft>
            </a:pPr>
            <a:endParaRPr lang="fr-FR" sz="2000" i="1" dirty="0">
              <a:solidFill>
                <a:srgbClr val="F5EFE4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>
              <a:lnSpc>
                <a:spcPts val="2278"/>
              </a:lnSpc>
              <a:spcAft>
                <a:spcPts val="500"/>
              </a:spcAft>
            </a:pPr>
            <a:r>
              <a:rPr lang="fr-FR" sz="20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je réside dans les profondeurs, mais je te vois sur les hauteurs ; </a:t>
            </a:r>
          </a:p>
          <a:p>
            <a:pPr>
              <a:lnSpc>
                <a:spcPts val="2278"/>
              </a:lnSpc>
              <a:spcAft>
                <a:spcPts val="500"/>
              </a:spcAft>
            </a:pPr>
            <a:endParaRPr lang="fr-FR" sz="2000" i="1" dirty="0">
              <a:solidFill>
                <a:srgbClr val="F5EFE4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>
              <a:lnSpc>
                <a:spcPts val="2278"/>
              </a:lnSpc>
              <a:spcAft>
                <a:spcPts val="500"/>
              </a:spcAft>
            </a:pPr>
            <a:r>
              <a:rPr lang="fr-FR" sz="20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encerclé par les montagnes du péché, je contemple ta gloire.</a:t>
            </a:r>
            <a:endParaRPr lang="en-US" sz="2000" i="1" dirty="0">
              <a:solidFill>
                <a:srgbClr val="F5EFE4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720840" y="1417320"/>
            <a:ext cx="4919472" cy="4617720"/>
          </a:xfrm>
          <a:prstGeom prst="roundRect">
            <a:avLst>
              <a:gd name="adj" fmla="val 1782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8" name="Text 5"/>
          <p:cNvSpPr/>
          <p:nvPr/>
        </p:nvSpPr>
        <p:spPr>
          <a:xfrm>
            <a:off x="6995160" y="16002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Éclairage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995160" y="2148840"/>
            <a:ext cx="438912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848"/>
              </a:lnSpc>
              <a:buNone/>
            </a:pPr>
            <a:endParaRPr lang="en-US" sz="1400" b="1" dirty="0">
              <a:solidFill>
                <a:srgbClr val="E8821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 — 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c'est Dieu lui-même qui « conduit » dans la vallée. L'affliction n'est pas un accident, mais une providence souveraine ordonnée pour le bien. </a:t>
            </a:r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(Rm 8.28-29)</a:t>
            </a:r>
            <a:endParaRPr lang="en-US" sz="1400" dirty="0"/>
          </a:p>
          <a:p>
            <a:pPr marL="0" indent="0" algn="ctr">
              <a:lnSpc>
                <a:spcPts val="1848"/>
              </a:lnSpc>
              <a:buNone/>
            </a:pPr>
            <a:endParaRPr lang="en-US" sz="1400" b="1" dirty="0">
              <a:solidFill>
                <a:srgbClr val="E8821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b="1" dirty="0" err="1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Paradoxe</a:t>
            </a:r>
            <a:r>
              <a:rPr lang="en-US" sz="14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c'est du fond, dans la conscience du péché, que la gloire de Dieu se voit le plus clairement (És 57.15)</a:t>
            </a:r>
            <a:endParaRPr lang="en-US" sz="1400" dirty="0"/>
          </a:p>
          <a:p>
            <a:pPr marL="0" indent="0" algn="ctr">
              <a:lnSpc>
                <a:spcPts val="1848"/>
              </a:lnSpc>
              <a:buNone/>
            </a:pPr>
            <a:endParaRPr lang="en-US" sz="1400" b="1" dirty="0">
              <a:solidFill>
                <a:srgbClr val="E8821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 l'assemblée — 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vallée n'est pas l'absence de Dieu ; elle est le lieu d'une vision plus nette de sa sainteté.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643737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Église Baptiste de Charlesbourg</a:t>
            </a:r>
            <a:r>
              <a:rPr lang="en-US" sz="900" dirty="0">
                <a:solidFill>
                  <a:srgbClr val="6E6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 Pasteur Simon Ouellette   ·   EBC   ·   NEG 1979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400800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373682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13" y="604053"/>
            <a:ext cx="328087" cy="3280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411480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 « Enseigne-moi par les paradoxes »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943600" cy="4617720"/>
          </a:xfrm>
          <a:prstGeom prst="roundRect">
            <a:avLst>
              <a:gd name="adj" fmla="val 1782"/>
            </a:avLst>
          </a:prstGeom>
          <a:solidFill>
            <a:srgbClr val="2A2419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6" name="Text 3"/>
          <p:cNvSpPr/>
          <p:nvPr/>
        </p:nvSpPr>
        <p:spPr>
          <a:xfrm>
            <a:off x="868680" y="1783080"/>
            <a:ext cx="53492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809"/>
              </a:lnSpc>
              <a:spcAft>
                <a:spcPts val="500"/>
              </a:spcAft>
              <a:buNone/>
            </a:pPr>
            <a:endParaRPr lang="en-US" sz="2000" i="1" dirty="0">
              <a:solidFill>
                <a:srgbClr val="F5EFE4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lnSpc>
                <a:spcPts val="1809"/>
              </a:lnSpc>
              <a:spcAft>
                <a:spcPts val="500"/>
              </a:spcAft>
              <a:buNone/>
            </a:pP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-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que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le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sentier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qui descend est le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sentier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qui monte,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 algn="l">
              <a:lnSpc>
                <a:spcPts val="1809"/>
              </a:lnSpc>
              <a:spcAft>
                <a:spcPts val="500"/>
              </a:spcAft>
              <a:buNone/>
            </a:pPr>
            <a:endParaRPr lang="en-US" sz="2000" i="1" dirty="0">
              <a:solidFill>
                <a:srgbClr val="F5EFE4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lnSpc>
                <a:spcPts val="1809"/>
              </a:lnSpc>
              <a:spcAft>
                <a:spcPts val="500"/>
              </a:spcAft>
              <a:buNone/>
            </a:pP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-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qu'être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abaissé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c'est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être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élevé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,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 algn="l">
              <a:lnSpc>
                <a:spcPts val="1809"/>
              </a:lnSpc>
              <a:spcAft>
                <a:spcPts val="500"/>
              </a:spcAft>
              <a:buNone/>
            </a:pP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-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que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le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cœur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brisé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c'est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le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cœur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guéri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,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 algn="l">
              <a:lnSpc>
                <a:spcPts val="1809"/>
              </a:lnSpc>
              <a:spcAft>
                <a:spcPts val="500"/>
              </a:spcAft>
              <a:buNone/>
            </a:pP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-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que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l'esprit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contrit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c'est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l'esprit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qui se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réjouit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,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 algn="l">
              <a:lnSpc>
                <a:spcPts val="1809"/>
              </a:lnSpc>
              <a:spcAft>
                <a:spcPts val="500"/>
              </a:spcAft>
              <a:buNone/>
            </a:pP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-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que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l'âme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repentante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c'est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l'âme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victorieuse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,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 algn="l">
              <a:lnSpc>
                <a:spcPts val="1809"/>
              </a:lnSpc>
              <a:spcAft>
                <a:spcPts val="500"/>
              </a:spcAft>
              <a:buNone/>
            </a:pP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-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que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ne rien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avoir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c'est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tout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posséder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,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 algn="l">
              <a:lnSpc>
                <a:spcPts val="1809"/>
              </a:lnSpc>
              <a:spcAft>
                <a:spcPts val="500"/>
              </a:spcAft>
              <a:buNone/>
            </a:pP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-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que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porter la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croix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c'est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porter de la couronne,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 algn="l">
              <a:lnSpc>
                <a:spcPts val="1809"/>
              </a:lnSpc>
              <a:spcAft>
                <a:spcPts val="500"/>
              </a:spcAft>
              <a:buNone/>
            </a:pP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-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que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donner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c'est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recevoir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,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 algn="l">
              <a:lnSpc>
                <a:spcPts val="1809"/>
              </a:lnSpc>
              <a:spcAft>
                <a:spcPts val="500"/>
              </a:spcAft>
              <a:buNone/>
            </a:pPr>
            <a:endParaRPr lang="en-US" sz="2000" i="1" dirty="0">
              <a:solidFill>
                <a:srgbClr val="F5EFE4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lnSpc>
                <a:spcPts val="1809"/>
              </a:lnSpc>
              <a:spcAft>
                <a:spcPts val="500"/>
              </a:spcAft>
              <a:buNone/>
            </a:pP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-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que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la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vallée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est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l'endroit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2000" i="1" dirty="0" err="1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d'une</a:t>
            </a:r>
            <a:r>
              <a:rPr lang="en-US" sz="2000" i="1" dirty="0">
                <a:solidFill>
                  <a:srgbClr val="F5EFE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bonne vision.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720840" y="1417320"/>
            <a:ext cx="4919472" cy="4617720"/>
          </a:xfrm>
          <a:prstGeom prst="roundRect">
            <a:avLst>
              <a:gd name="adj" fmla="val 1782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8" name="Text 5"/>
          <p:cNvSpPr/>
          <p:nvPr/>
        </p:nvSpPr>
        <p:spPr>
          <a:xfrm>
            <a:off x="6995160" y="16002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Éclairage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995160" y="2148840"/>
            <a:ext cx="438912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848"/>
              </a:lnSpc>
              <a:buNone/>
            </a:pPr>
            <a:endParaRPr lang="en-US" sz="1400" b="1" dirty="0">
              <a:solidFill>
                <a:srgbClr val="E8821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ts val="1848"/>
              </a:lnSpc>
              <a:buNone/>
            </a:pPr>
            <a:endParaRPr lang="en-US" sz="1400" b="1" dirty="0">
              <a:solidFill>
                <a:srgbClr val="E8821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 — 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litanie résume l'inversion évangélique : le chemin de l'abaissement est celui de </a:t>
            </a:r>
            <a:r>
              <a:rPr lang="en-US" sz="140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l'élévation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(Mt 23.12 ; Mt 16.24-25)</a:t>
            </a:r>
            <a:endParaRPr lang="en-US" sz="1400" dirty="0"/>
          </a:p>
          <a:p>
            <a:pPr marL="0" indent="0" algn="ctr">
              <a:lnSpc>
                <a:spcPts val="1848"/>
              </a:lnSpc>
              <a:buNone/>
            </a:pPr>
            <a:endParaRPr lang="en-US" sz="1400" b="1" dirty="0">
              <a:solidFill>
                <a:srgbClr val="E8821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modèle — 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kénose du Christ : il s'est abaissé, c'est pourquoi Dieu l'a </a:t>
            </a:r>
            <a:r>
              <a:rPr lang="en-US" sz="140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souverainement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400" dirty="0" err="1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élevé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(Ph 2.5-11)</a:t>
            </a:r>
            <a:endParaRPr lang="en-US" sz="1400" dirty="0"/>
          </a:p>
          <a:p>
            <a:pPr marL="0" indent="0" algn="ctr">
              <a:lnSpc>
                <a:spcPts val="1848"/>
              </a:lnSpc>
              <a:buNone/>
            </a:pPr>
            <a:endParaRPr lang="en-US" sz="1400" b="1" dirty="0">
              <a:solidFill>
                <a:srgbClr val="E8821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b="1" dirty="0" err="1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Réfutation</a:t>
            </a:r>
            <a:r>
              <a:rPr lang="en-US" sz="14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contre le triomphalisme et l'évangile de la prospérité, qui suppriment la croix. Porter la croix précède la couronne </a:t>
            </a:r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 Ti 2.12).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643737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Église Baptiste de Charlesbourg</a:t>
            </a:r>
            <a:r>
              <a:rPr lang="en-US" sz="900" dirty="0">
                <a:solidFill>
                  <a:srgbClr val="6E6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 Pasteur Simon Ouellette   ·   EBC   ·   NEG 1979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400800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70202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13" y="604053"/>
            <a:ext cx="328087" cy="3280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411480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 « Les étoiles, du fond du puits »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943600" cy="4617720"/>
          </a:xfrm>
          <a:prstGeom prst="roundRect">
            <a:avLst>
              <a:gd name="adj" fmla="val 1782"/>
            </a:avLst>
          </a:prstGeom>
          <a:solidFill>
            <a:srgbClr val="2A2419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6" name="Text 3"/>
          <p:cNvSpPr/>
          <p:nvPr/>
        </p:nvSpPr>
        <p:spPr>
          <a:xfrm>
            <a:off x="868680" y="1783080"/>
            <a:ext cx="53492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278"/>
              </a:lnSpc>
              <a:spcAft>
                <a:spcPts val="500"/>
              </a:spcAft>
              <a:buNone/>
            </a:pPr>
            <a:r>
              <a:rPr lang="en-US" sz="17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Seigneur, pendant le jour,</a:t>
            </a:r>
            <a:endParaRPr lang="en-US" sz="1700" dirty="0"/>
          </a:p>
          <a:p>
            <a:pPr marL="0" indent="0" algn="l">
              <a:lnSpc>
                <a:spcPts val="2278"/>
              </a:lnSpc>
              <a:spcAft>
                <a:spcPts val="500"/>
              </a:spcAft>
              <a:buNone/>
            </a:pPr>
            <a:r>
              <a:rPr lang="en-US" sz="17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étoiles sont visibles</a:t>
            </a:r>
            <a:endParaRPr lang="en-US" sz="1700" dirty="0"/>
          </a:p>
          <a:p>
            <a:pPr marL="0" indent="0" algn="l">
              <a:lnSpc>
                <a:spcPts val="2278"/>
              </a:lnSpc>
              <a:spcAft>
                <a:spcPts val="500"/>
              </a:spcAft>
              <a:buNone/>
            </a:pPr>
            <a:r>
              <a:rPr lang="en-US" sz="17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puits les plus profonds,</a:t>
            </a:r>
            <a:endParaRPr lang="en-US" sz="1700" dirty="0"/>
          </a:p>
          <a:p>
            <a:pPr marL="0" indent="0" algn="l">
              <a:lnSpc>
                <a:spcPts val="2278"/>
              </a:lnSpc>
              <a:spcAft>
                <a:spcPts val="500"/>
              </a:spcAft>
              <a:buNone/>
            </a:pPr>
            <a:r>
              <a:rPr lang="en-US" sz="17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plus profond est le puits,</a:t>
            </a:r>
            <a:endParaRPr lang="en-US" sz="1700" dirty="0"/>
          </a:p>
          <a:p>
            <a:pPr marL="0" indent="0" algn="l">
              <a:lnSpc>
                <a:spcPts val="2278"/>
              </a:lnSpc>
              <a:spcAft>
                <a:spcPts val="500"/>
              </a:spcAft>
              <a:buNone/>
            </a:pPr>
            <a:r>
              <a:rPr lang="en-US" sz="17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resplendissent tes étoiles.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720840" y="1417320"/>
            <a:ext cx="4919472" cy="4617720"/>
          </a:xfrm>
          <a:prstGeom prst="roundRect">
            <a:avLst>
              <a:gd name="adj" fmla="val 1782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8" name="Text 5"/>
          <p:cNvSpPr/>
          <p:nvPr/>
        </p:nvSpPr>
        <p:spPr>
          <a:xfrm>
            <a:off x="6995160" y="16002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Éclairage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995160" y="2148840"/>
            <a:ext cx="438912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848"/>
              </a:lnSpc>
              <a:buNone/>
            </a:pPr>
            <a:r>
              <a:rPr lang="en-US" sz="14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 — 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ancienne : du fond d'un puits, on aperçoit les étoiles en plein jour. Plus l'épreuve est profonde, plus la grâce de Dieu resplendit.</a:t>
            </a:r>
            <a:endParaRPr lang="en-US" sz="1400" dirty="0"/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Locus — 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trésor est porté dans des vases d'argile, afin que la puissance soit de Dieu et non de nous (2 Co 4.6-11).</a:t>
            </a:r>
            <a:endParaRPr lang="en-US" sz="1400" dirty="0"/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 l'assemblée — 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profondeur de la détresse n'éteint pas la vision : elle la révèle. Sa grâce suffit (2 Co 12.9-10).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643737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Église Baptiste de Charlesbourg</a:t>
            </a:r>
            <a:r>
              <a:rPr lang="en-US" sz="900" dirty="0">
                <a:solidFill>
                  <a:srgbClr val="6E6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 Pasteur Simon Ouellette   ·   EBC   ·   NEG 1979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400800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2923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713232" cy="713232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13" y="604053"/>
            <a:ext cx="328087" cy="3280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411480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 « Donne-moi de trouver »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943600" cy="4617720"/>
          </a:xfrm>
          <a:prstGeom prst="roundRect">
            <a:avLst>
              <a:gd name="adj" fmla="val 1782"/>
            </a:avLst>
          </a:prstGeom>
          <a:solidFill>
            <a:srgbClr val="2A2419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6" name="Text 3"/>
          <p:cNvSpPr/>
          <p:nvPr/>
        </p:nvSpPr>
        <p:spPr>
          <a:xfrm>
            <a:off x="868680" y="1783080"/>
            <a:ext cx="53492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144"/>
              </a:lnSpc>
              <a:spcAft>
                <a:spcPts val="500"/>
              </a:spcAft>
              <a:buNone/>
            </a:pPr>
            <a:r>
              <a:rPr lang="en-US" sz="16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Donne-moi de trouver</a:t>
            </a:r>
            <a:endParaRPr lang="en-US" sz="1600" dirty="0"/>
          </a:p>
          <a:p>
            <a:pPr marL="0" indent="0" algn="l">
              <a:lnSpc>
                <a:spcPts val="2144"/>
              </a:lnSpc>
              <a:spcAft>
                <a:spcPts val="500"/>
              </a:spcAft>
              <a:buNone/>
            </a:pPr>
            <a:r>
              <a:rPr lang="en-US" sz="16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 lumière dans mes ténèbres,</a:t>
            </a:r>
            <a:endParaRPr lang="en-US" sz="1600" dirty="0"/>
          </a:p>
          <a:p>
            <a:pPr marL="0" indent="0" algn="l">
              <a:lnSpc>
                <a:spcPts val="2144"/>
              </a:lnSpc>
              <a:spcAft>
                <a:spcPts val="500"/>
              </a:spcAft>
              <a:buNone/>
            </a:pPr>
            <a:r>
              <a:rPr lang="en-US" sz="16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 vie dans ma mort,</a:t>
            </a:r>
            <a:endParaRPr lang="en-US" sz="1600" dirty="0"/>
          </a:p>
          <a:p>
            <a:pPr marL="0" indent="0" algn="l">
              <a:lnSpc>
                <a:spcPts val="2144"/>
              </a:lnSpc>
              <a:spcAft>
                <a:spcPts val="500"/>
              </a:spcAft>
              <a:buNone/>
            </a:pPr>
            <a:r>
              <a:rPr lang="en-US" sz="16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 joie dans mes peines,</a:t>
            </a:r>
            <a:endParaRPr lang="en-US" sz="1600" dirty="0"/>
          </a:p>
          <a:p>
            <a:pPr marL="0" indent="0" algn="l">
              <a:lnSpc>
                <a:spcPts val="2144"/>
              </a:lnSpc>
              <a:spcAft>
                <a:spcPts val="500"/>
              </a:spcAft>
              <a:buNone/>
            </a:pPr>
            <a:r>
              <a:rPr lang="en-US" sz="16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 grâce dans mon péché,</a:t>
            </a:r>
            <a:endParaRPr lang="en-US" sz="1600" dirty="0"/>
          </a:p>
          <a:p>
            <a:pPr marL="0" indent="0" algn="l">
              <a:lnSpc>
                <a:spcPts val="2144"/>
              </a:lnSpc>
              <a:spcAft>
                <a:spcPts val="500"/>
              </a:spcAft>
              <a:buNone/>
            </a:pPr>
            <a:r>
              <a:rPr lang="en-US" sz="16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 richesses dans ma pauvreté,</a:t>
            </a:r>
            <a:endParaRPr lang="en-US" sz="1600" dirty="0"/>
          </a:p>
          <a:p>
            <a:pPr marL="0" indent="0" algn="l">
              <a:lnSpc>
                <a:spcPts val="2144"/>
              </a:lnSpc>
              <a:spcAft>
                <a:spcPts val="500"/>
              </a:spcAft>
              <a:buNone/>
            </a:pPr>
            <a:r>
              <a:rPr lang="en-US" sz="160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 gloire dans ma vallée.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720840" y="1417320"/>
            <a:ext cx="4919472" cy="4617720"/>
          </a:xfrm>
          <a:prstGeom prst="roundRect">
            <a:avLst>
              <a:gd name="adj" fmla="val 1782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8" name="Text 5"/>
          <p:cNvSpPr/>
          <p:nvPr/>
        </p:nvSpPr>
        <p:spPr>
          <a:xfrm>
            <a:off x="6995160" y="16002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Éclairage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995160" y="2148840"/>
            <a:ext cx="438912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1848"/>
              </a:lnSpc>
              <a:buNone/>
            </a:pPr>
            <a:r>
              <a:rPr lang="en-US" sz="14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 — 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antithèses qui résument l'échange de la grâce : de riche qu'il était, Christ s'est fait pauvre afin de nous enrichir (2 Co 8.9).</a:t>
            </a:r>
            <a:endParaRPr lang="en-US" sz="1400" dirty="0"/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Donne-moi » — 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 est don. La grâce ne se mérite pas, elle se reçoit (Ép 2.8). C'est le monergisme de la grâce.</a:t>
            </a:r>
            <a:endParaRPr lang="en-US" sz="1400" dirty="0"/>
          </a:p>
          <a:p>
            <a:pPr marL="0" indent="0" algn="ctr">
              <a:lnSpc>
                <a:spcPts val="1848"/>
              </a:lnSpc>
              <a:buNone/>
            </a:pPr>
            <a:r>
              <a:rPr lang="en-US" sz="1400" b="1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Dans mon péché » — </a:t>
            </a:r>
            <a:r>
              <a:rPr lang="en-US" sz="14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 pas malgré, mais dans : là où le péché a abondé, la grâce a surabondé (Rm 5.20). Jamais une licence pour pécher.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643737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Église Baptiste de Charlesbourg</a:t>
            </a:r>
            <a:r>
              <a:rPr lang="en-US" sz="900" dirty="0">
                <a:solidFill>
                  <a:srgbClr val="6E6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 Pasteur Simon Ouellette   ·   EBC   ·   NEG 1979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400800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082676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théologie de la croix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1672" cy="1600200"/>
          </a:xfrm>
          <a:prstGeom prst="roundRect">
            <a:avLst>
              <a:gd name="adj" fmla="val 5143"/>
            </a:avLst>
          </a:prstGeom>
          <a:solidFill>
            <a:srgbClr val="2A2419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4" name="Text 2"/>
          <p:cNvSpPr/>
          <p:nvPr/>
        </p:nvSpPr>
        <p:spPr>
          <a:xfrm>
            <a:off x="868680" y="1554480"/>
            <a:ext cx="10469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6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Vallée de la Vision n'exalte pas la souffrance pour elle-même. Elle confesse que Dieu agit à rebours des attentes humaines : il élève en abaissant, enrichit en dépouillant, illumine par la nuit. C'est la théologie de la croix (theologia crucis) contre la théologie de la gloire.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3337560"/>
            <a:ext cx="3483864" cy="2697480"/>
          </a:xfrm>
          <a:prstGeom prst="roundRect">
            <a:avLst>
              <a:gd name="adj" fmla="val 3051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6" name="Shape 4"/>
          <p:cNvSpPr/>
          <p:nvPr/>
        </p:nvSpPr>
        <p:spPr>
          <a:xfrm>
            <a:off x="868680" y="3657600"/>
            <a:ext cx="685800" cy="685800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46" y="3842766"/>
            <a:ext cx="315468" cy="3154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3657600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Contre la prospérité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68680" y="4526280"/>
            <a:ext cx="28437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bénédiction se mesure à la conformité à Christ, non au confort ni à la santé.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52544" y="3337560"/>
            <a:ext cx="3483864" cy="2697480"/>
          </a:xfrm>
          <a:prstGeom prst="roundRect">
            <a:avLst>
              <a:gd name="adj" fmla="val 3051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11" name="Shape 8"/>
          <p:cNvSpPr/>
          <p:nvPr/>
        </p:nvSpPr>
        <p:spPr>
          <a:xfrm>
            <a:off x="4672584" y="3657600"/>
            <a:ext cx="685800" cy="685800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0" y="3842766"/>
            <a:ext cx="315468" cy="3154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95544" y="3657600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Sécurité du croyant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672584" y="4526280"/>
            <a:ext cx="28437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vallée est conduite par un Père souverain qui achèvera son œuvre (Ph 1.6).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156448" y="3337560"/>
            <a:ext cx="3483864" cy="2697480"/>
          </a:xfrm>
          <a:prstGeom prst="roundRect">
            <a:avLst>
              <a:gd name="adj" fmla="val 3051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16" name="Shape 12"/>
          <p:cNvSpPr/>
          <p:nvPr/>
        </p:nvSpPr>
        <p:spPr>
          <a:xfrm>
            <a:off x="8476488" y="3657600"/>
            <a:ext cx="685800" cy="685800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1654" y="3842766"/>
            <a:ext cx="315468" cy="3154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99448" y="3657600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Sanctification (Lordship)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476488" y="4526280"/>
            <a:ext cx="28437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L'épreuve forme le disciple. Il n'y a pas de couronne sans croix.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548640" y="643737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Église Baptiste de Charlesbourg</a:t>
            </a:r>
            <a:r>
              <a:rPr lang="en-US" sz="900" dirty="0">
                <a:solidFill>
                  <a:srgbClr val="6E6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 Pasteur Simon Ouellette   ·   EBC   ·   NEG 1979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430000" y="6400800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44892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 la discussion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91672" cy="1078992"/>
          </a:xfrm>
          <a:prstGeom prst="roundRect">
            <a:avLst>
              <a:gd name="adj" fmla="val 7627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4" name="Shape 2"/>
          <p:cNvSpPr/>
          <p:nvPr/>
        </p:nvSpPr>
        <p:spPr>
          <a:xfrm>
            <a:off x="868680" y="1810512"/>
            <a:ext cx="566928" cy="566928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sp>
        <p:nvSpPr>
          <p:cNvPr id="5" name="Text 3"/>
          <p:cNvSpPr/>
          <p:nvPr/>
        </p:nvSpPr>
        <p:spPr>
          <a:xfrm>
            <a:off x="868680" y="18105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212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91640" y="1664208"/>
            <a:ext cx="960120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5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Quelle « vallée » traversez-vous ? La recevez-vous comme le lieu où Dieu se révèle, ou comme la preuve de son absence 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98064"/>
            <a:ext cx="11091672" cy="1078992"/>
          </a:xfrm>
          <a:prstGeom prst="roundRect">
            <a:avLst>
              <a:gd name="adj" fmla="val 7627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8" name="Shape 6"/>
          <p:cNvSpPr/>
          <p:nvPr/>
        </p:nvSpPr>
        <p:spPr>
          <a:xfrm>
            <a:off x="868680" y="3054096"/>
            <a:ext cx="566928" cy="566928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sp>
        <p:nvSpPr>
          <p:cNvPr id="9" name="Text 7"/>
          <p:cNvSpPr/>
          <p:nvPr/>
        </p:nvSpPr>
        <p:spPr>
          <a:xfrm>
            <a:off x="868680" y="305409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212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91640" y="2907792"/>
            <a:ext cx="960120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5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Cherchez-vous la couronne sans la croix — l'élévation sans l'abaissement que Dieu requiert (Mt 23.12) 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041648"/>
            <a:ext cx="11091672" cy="1078992"/>
          </a:xfrm>
          <a:prstGeom prst="roundRect">
            <a:avLst>
              <a:gd name="adj" fmla="val 7627"/>
            </a:avLst>
          </a:prstGeom>
          <a:solidFill>
            <a:srgbClr val="1E1A14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12" name="Shape 10"/>
          <p:cNvSpPr/>
          <p:nvPr/>
        </p:nvSpPr>
        <p:spPr>
          <a:xfrm>
            <a:off x="868680" y="4297680"/>
            <a:ext cx="566928" cy="566928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sp>
        <p:nvSpPr>
          <p:cNvPr id="13" name="Text 11"/>
          <p:cNvSpPr/>
          <p:nvPr/>
        </p:nvSpPr>
        <p:spPr>
          <a:xfrm>
            <a:off x="868680" y="4297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212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91640" y="4151376"/>
            <a:ext cx="960120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500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devez-vous chercher « sa richesse dans votre pauvreté » plutôt qu'une délivrance immédiate 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330952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2A2419"/>
          </a:solidFill>
          <a:ln w="12700">
            <a:solidFill>
              <a:srgbClr val="332C22"/>
            </a:solidFill>
            <a:prstDash val="solid"/>
          </a:ln>
          <a:effectLst>
            <a:outerShdw blurRad="114300" dist="381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CA"/>
          </a:p>
        </p:txBody>
      </p:sp>
      <p:sp>
        <p:nvSpPr>
          <p:cNvPr id="16" name="Text 14"/>
          <p:cNvSpPr/>
          <p:nvPr/>
        </p:nvSpPr>
        <p:spPr>
          <a:xfrm>
            <a:off x="868680" y="5330952"/>
            <a:ext cx="10469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Humiliez-vous donc sous la puissante main de Dieu, afin qu'il vous élève au temps convenable. »</a:t>
            </a:r>
            <a:r>
              <a:rPr lang="en-US" sz="1550" b="1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— 1 Pierre 5.6 (NEG)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548640" y="643737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Église Baptiste de Charlesbourg</a:t>
            </a:r>
            <a:r>
              <a:rPr lang="en-US" sz="900" dirty="0">
                <a:solidFill>
                  <a:srgbClr val="6E6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 Pasteur Simon Ouellette   ·   EBC   ·   NEG 1979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400800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22083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1234440"/>
            <a:ext cx="914400" cy="914400"/>
          </a:xfrm>
          <a:prstGeom prst="ellipse">
            <a:avLst/>
          </a:prstGeom>
          <a:solidFill>
            <a:srgbClr val="E8821E"/>
          </a:solidFill>
          <a:ln/>
        </p:spPr>
        <p:txBody>
          <a:bodyPr/>
          <a:lstStyle/>
          <a:p>
            <a:endParaRPr lang="fr-CA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164" y="1481328"/>
            <a:ext cx="420624" cy="4206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2606040"/>
            <a:ext cx="96286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3000" b="1" i="1" dirty="0">
                <a:solidFill>
                  <a:srgbClr val="F5E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Ma grâce te suffit, car ma puissance s'accomplit dans la faiblesse. »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0" y="429768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2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Corinthiens 12.9 (NEG)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0" y="534924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300" dirty="0">
                <a:solidFill>
                  <a:srgbClr val="E88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 Deo Gloria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0" y="58521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9F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Église Baptiste de Charlesbourg  ·  EBC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493895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F81471C-05E7-4AE5-968B-B17FCA7B7D7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6ff6175-4de9-4c6e-88d3-cbe619b8297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1416</Words>
  <Application>Microsoft Office PowerPoint</Application>
  <PresentationFormat>Personnalisé</PresentationFormat>
  <Paragraphs>167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Vallée de la Vision — Étude biblique</dc:title>
  <dc:subject>PptxGenJS Presentation</dc:subject>
  <dc:creator>AGB · EBC</dc:creator>
  <cp:lastModifiedBy>André-Guy Bruneau</cp:lastModifiedBy>
  <cp:revision>1</cp:revision>
  <dcterms:created xsi:type="dcterms:W3CDTF">2026-06-25T11:10:39Z</dcterms:created>
  <dcterms:modified xsi:type="dcterms:W3CDTF">2026-06-25T12:51:48Z</dcterms:modified>
</cp:coreProperties>
</file>